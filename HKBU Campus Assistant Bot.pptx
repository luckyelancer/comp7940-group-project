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Hedvig Letters Sans" panose="02010600030101010101" charset="0"/>
      <p:regular r:id="rId15"/>
    </p:embeddedFont>
    <p:embeddedFont>
      <p:font typeface="Liter" panose="02010600030101010101" charset="0"/>
      <p:regular r:id="rId16"/>
    </p:embeddedFont>
    <p:embeddedFont>
      <p:font typeface="Quattrocento Sans" panose="020B0502050000020003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9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1" name="Google Shape;6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5" name="Google Shape;71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9" name="Google Shape;79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PTIST_MASTER">
  <p:cSld name="PPTIST_MASTER"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descr="https://kimi-web-img.moonshot.cn/img/media.istockphoto.com/6321fb1a7b10e3e84c87c1dca589500384221a4b.jpg"/>
          <p:cNvPicPr preferRelativeResize="0"/>
          <p:nvPr/>
        </p:nvPicPr>
        <p:blipFill rotWithShape="1">
          <a:blip r:embed="rId3">
            <a:alphaModFix amt="40000"/>
          </a:blip>
          <a:srcRect l="763" r="76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5098"/>
                </a:srgbClr>
              </a:gs>
              <a:gs pos="100000">
                <a:srgbClr val="4A6D8C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Google Shape;19;p4"/>
          <p:cNvSpPr/>
          <p:nvPr/>
        </p:nvSpPr>
        <p:spPr>
          <a:xfrm>
            <a:off x="385763" y="835819"/>
            <a:ext cx="2924175" cy="390525"/>
          </a:xfrm>
          <a:custGeom>
            <a:avLst/>
            <a:gdLst/>
            <a:ahLst/>
            <a:cxnLst/>
            <a:rect l="l" t="t" r="r" b="b"/>
            <a:pathLst>
              <a:path w="2924175" h="390525" extrusionOk="0">
                <a:moveTo>
                  <a:pt x="195263" y="0"/>
                </a:moveTo>
                <a:lnTo>
                  <a:pt x="2728913" y="0"/>
                </a:lnTo>
                <a:cubicBezTo>
                  <a:pt x="2836681" y="0"/>
                  <a:pt x="2924175" y="87494"/>
                  <a:pt x="2924175" y="195263"/>
                </a:cubicBezTo>
                <a:lnTo>
                  <a:pt x="2924175" y="195263"/>
                </a:lnTo>
                <a:cubicBezTo>
                  <a:pt x="2924175" y="303031"/>
                  <a:pt x="2836681" y="390525"/>
                  <a:pt x="27289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8A3A5">
              <a:alpha val="14901"/>
            </a:srgbClr>
          </a:solidFill>
          <a:ln w="12700" cap="flat" cmpd="sng">
            <a:solidFill>
              <a:srgbClr val="38A3A5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581025" y="98345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 extrusionOk="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790575" y="916781"/>
            <a:ext cx="2400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Cloud Computing Project</a:t>
            </a:r>
            <a:endParaRPr sz="1600" b="0" i="0" u="none" strike="noStrike" cap="none"/>
          </a:p>
        </p:txBody>
      </p:sp>
      <p:sp>
        <p:nvSpPr>
          <p:cNvPr id="22" name="Google Shape;22;p4"/>
          <p:cNvSpPr/>
          <p:nvPr/>
        </p:nvSpPr>
        <p:spPr>
          <a:xfrm>
            <a:off x="381000" y="1535906"/>
            <a:ext cx="11887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HKBU Campus</a:t>
            </a:r>
            <a:endParaRPr sz="1600" b="0" i="0" u="none" strike="noStrike" cap="none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38A3A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Assistant Bot</a:t>
            </a:r>
            <a:endParaRPr sz="1600" b="0" i="0" u="none" strike="noStrike" cap="none"/>
          </a:p>
        </p:txBody>
      </p:sp>
      <p:sp>
        <p:nvSpPr>
          <p:cNvPr id="23" name="Google Shape;23;p4"/>
          <p:cNvSpPr/>
          <p:nvPr/>
        </p:nvSpPr>
        <p:spPr>
          <a:xfrm>
            <a:off x="381000" y="3593306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 extrusionOk="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Google Shape;24;p4"/>
          <p:cNvSpPr/>
          <p:nvPr/>
        </p:nvSpPr>
        <p:spPr>
          <a:xfrm>
            <a:off x="381000" y="3955256"/>
            <a:ext cx="7458075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Cloud-Native Telegram Chatbot for Smart Campus Services</a:t>
            </a:r>
            <a:endParaRPr sz="1600" b="0" i="0" u="none" strike="noStrike" cap="none"/>
          </a:p>
        </p:txBody>
      </p:sp>
      <p:sp>
        <p:nvSpPr>
          <p:cNvPr id="25" name="Google Shape;25;p4"/>
          <p:cNvSpPr/>
          <p:nvPr/>
        </p:nvSpPr>
        <p:spPr>
          <a:xfrm>
            <a:off x="392906" y="5867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771525" y="5829300"/>
            <a:ext cx="3171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COMP7940 Cloud Computing 2025/26 S2</a:t>
            </a:r>
            <a:endParaRPr sz="1600" b="0" i="0" u="none" strike="noStrike" cap="none"/>
          </a:p>
        </p:txBody>
      </p:sp>
      <p:sp>
        <p:nvSpPr>
          <p:cNvPr id="27" name="Google Shape;27;p4"/>
          <p:cNvSpPr/>
          <p:nvPr/>
        </p:nvSpPr>
        <p:spPr>
          <a:xfrm>
            <a:off x="404813" y="624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71525" y="6210300"/>
            <a:ext cx="2238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Hong Kong Baptist University</a:t>
            </a:r>
            <a:endParaRPr sz="1600" b="0" i="0" u="none" strike="noStrike" cap="none"/>
          </a:p>
        </p:txBody>
      </p:sp>
      <p:sp>
        <p:nvSpPr>
          <p:cNvPr id="29" name="Google Shape;29;p4"/>
          <p:cNvSpPr/>
          <p:nvPr/>
        </p:nvSpPr>
        <p:spPr>
          <a:xfrm>
            <a:off x="9545389" y="5334000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Team</a:t>
            </a:r>
            <a:endParaRPr sz="1600" b="0" i="0" u="none" strike="noStrike" cap="none"/>
          </a:p>
        </p:txBody>
      </p:sp>
      <p:sp>
        <p:nvSpPr>
          <p:cNvPr id="30" name="Google Shape;30;p4"/>
          <p:cNvSpPr/>
          <p:nvPr/>
        </p:nvSpPr>
        <p:spPr>
          <a:xfrm>
            <a:off x="9526339" y="5638800"/>
            <a:ext cx="2286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LI BOYUAN</a:t>
            </a:r>
            <a:endParaRPr sz="1600" b="0" i="0" u="none" strike="noStrike" cap="none"/>
          </a:p>
        </p:txBody>
      </p:sp>
      <p:sp>
        <p:nvSpPr>
          <p:cNvPr id="31" name="Google Shape;31;p4"/>
          <p:cNvSpPr/>
          <p:nvPr/>
        </p:nvSpPr>
        <p:spPr>
          <a:xfrm>
            <a:off x="9526339" y="5905500"/>
            <a:ext cx="2286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LI ZEKAI</a:t>
            </a:r>
            <a:endParaRPr sz="1600" b="0" i="0" u="none" strike="noStrike" cap="none"/>
          </a:p>
        </p:txBody>
      </p:sp>
      <p:sp>
        <p:nvSpPr>
          <p:cNvPr id="32" name="Google Shape;32;p4"/>
          <p:cNvSpPr/>
          <p:nvPr/>
        </p:nvSpPr>
        <p:spPr>
          <a:xfrm>
            <a:off x="9545389" y="6248400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Student IDs: 25444670 / 25411373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Navigation</a:t>
            </a:r>
            <a:endParaRPr sz="1600" b="0" i="0" u="none" strike="noStrike" cap="none"/>
          </a:p>
        </p:txBody>
      </p:sp>
      <p:sp>
        <p:nvSpPr>
          <p:cNvPr id="39" name="Google Shape;39;p5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Presentation Overview</a:t>
            </a:r>
            <a:endParaRPr sz="1600" b="0" i="0" u="none" strike="noStrike" cap="none"/>
          </a:p>
        </p:txBody>
      </p:sp>
      <p:sp>
        <p:nvSpPr>
          <p:cNvPr id="40" name="Google Shape;40;p5"/>
          <p:cNvSpPr/>
          <p:nvPr/>
        </p:nvSpPr>
        <p:spPr>
          <a:xfrm>
            <a:off x="381000" y="13335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 extrusionOk="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Google Shape;41;p5"/>
          <p:cNvSpPr/>
          <p:nvPr/>
        </p:nvSpPr>
        <p:spPr>
          <a:xfrm>
            <a:off x="400050" y="1619250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400050" y="1619250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571500" y="1771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701129" y="1866900"/>
            <a:ext cx="295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sz="1600" b="0" i="0" u="none" strike="noStrike" cap="none"/>
          </a:p>
        </p:txBody>
      </p:sp>
      <p:sp>
        <p:nvSpPr>
          <p:cNvPr id="45" name="Google Shape;45;p5"/>
          <p:cNvSpPr/>
          <p:nvPr/>
        </p:nvSpPr>
        <p:spPr>
          <a:xfrm>
            <a:off x="1181100" y="1771650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Project Overview</a:t>
            </a:r>
            <a:endParaRPr sz="1600" b="0" i="0" u="none" strike="noStrike" cap="none"/>
          </a:p>
        </p:txBody>
      </p:sp>
      <p:sp>
        <p:nvSpPr>
          <p:cNvPr id="46" name="Google Shape;46;p5"/>
          <p:cNvSpPr/>
          <p:nvPr/>
        </p:nvSpPr>
        <p:spPr>
          <a:xfrm>
            <a:off x="1181100" y="2076450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Objectives, scope, and team structure</a:t>
            </a:r>
            <a:endParaRPr sz="1600" b="0" i="0" u="none" strike="noStrike" cap="none"/>
          </a:p>
        </p:txBody>
      </p:sp>
      <p:sp>
        <p:nvSpPr>
          <p:cNvPr id="47" name="Google Shape;47;p5"/>
          <p:cNvSpPr/>
          <p:nvPr/>
        </p:nvSpPr>
        <p:spPr>
          <a:xfrm>
            <a:off x="6267450" y="1619250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267450" y="1619250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6438900" y="1771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551265" y="1866900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sz="1600" b="0" i="0" u="none" strike="noStrike" cap="none"/>
          </a:p>
        </p:txBody>
      </p:sp>
      <p:sp>
        <p:nvSpPr>
          <p:cNvPr id="51" name="Google Shape;51;p5"/>
          <p:cNvSpPr/>
          <p:nvPr/>
        </p:nvSpPr>
        <p:spPr>
          <a:xfrm>
            <a:off x="7048500" y="1771650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System Architecture</a:t>
            </a:r>
            <a:endParaRPr sz="1600" b="0" i="0" u="none" strike="noStrike" cap="none"/>
          </a:p>
        </p:txBody>
      </p:sp>
      <p:sp>
        <p:nvSpPr>
          <p:cNvPr id="52" name="Google Shape;52;p5"/>
          <p:cNvSpPr/>
          <p:nvPr/>
        </p:nvSpPr>
        <p:spPr>
          <a:xfrm>
            <a:off x="7048500" y="2076450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 infrastructure design</a:t>
            </a:r>
            <a:endParaRPr sz="1600" b="0" i="0" u="none" strike="noStrike" cap="none"/>
          </a:p>
        </p:txBody>
      </p:sp>
      <p:sp>
        <p:nvSpPr>
          <p:cNvPr id="53" name="Google Shape;53;p5"/>
          <p:cNvSpPr/>
          <p:nvPr/>
        </p:nvSpPr>
        <p:spPr>
          <a:xfrm>
            <a:off x="400050" y="2621161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00050" y="2621161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71500" y="27735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83121" y="2868811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sz="1600" b="0" i="0" u="none" strike="noStrike" cap="none"/>
          </a:p>
        </p:txBody>
      </p:sp>
      <p:sp>
        <p:nvSpPr>
          <p:cNvPr id="57" name="Google Shape;57;p5"/>
          <p:cNvSpPr/>
          <p:nvPr/>
        </p:nvSpPr>
        <p:spPr>
          <a:xfrm>
            <a:off x="1181100" y="2773561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Technology Stack</a:t>
            </a:r>
            <a:endParaRPr sz="1600" b="0" i="0" u="none" strike="noStrike" cap="none"/>
          </a:p>
        </p:txBody>
      </p:sp>
      <p:sp>
        <p:nvSpPr>
          <p:cNvPr id="58" name="Google Shape;58;p5"/>
          <p:cNvSpPr/>
          <p:nvPr/>
        </p:nvSpPr>
        <p:spPr>
          <a:xfrm>
            <a:off x="1181100" y="3078361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Tools, frameworks, and services</a:t>
            </a:r>
            <a:endParaRPr sz="1600" b="0" i="0" u="none" strike="noStrike" cap="none"/>
          </a:p>
        </p:txBody>
      </p:sp>
      <p:sp>
        <p:nvSpPr>
          <p:cNvPr id="59" name="Google Shape;59;p5"/>
          <p:cNvSpPr/>
          <p:nvPr/>
        </p:nvSpPr>
        <p:spPr>
          <a:xfrm>
            <a:off x="6267450" y="2621161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267450" y="2621161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438900" y="27735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550521" y="2868811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sz="1600" b="0" i="0" u="none" strike="noStrike" cap="none"/>
          </a:p>
        </p:txBody>
      </p:sp>
      <p:sp>
        <p:nvSpPr>
          <p:cNvPr id="63" name="Google Shape;63;p5"/>
          <p:cNvSpPr/>
          <p:nvPr/>
        </p:nvSpPr>
        <p:spPr>
          <a:xfrm>
            <a:off x="7048500" y="2773561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Implementation</a:t>
            </a:r>
            <a:endParaRPr sz="1600" b="0" i="0" u="none" strike="noStrike" cap="none"/>
          </a:p>
        </p:txBody>
      </p:sp>
      <p:sp>
        <p:nvSpPr>
          <p:cNvPr id="64" name="Google Shape;64;p5"/>
          <p:cNvSpPr/>
          <p:nvPr/>
        </p:nvSpPr>
        <p:spPr>
          <a:xfrm>
            <a:off x="7048500" y="3078361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components and code structure</a:t>
            </a:r>
            <a:endParaRPr sz="1600" b="0" i="0" u="none" strike="noStrike" cap="none"/>
          </a:p>
        </p:txBody>
      </p:sp>
      <p:sp>
        <p:nvSpPr>
          <p:cNvPr id="65" name="Google Shape;65;p5"/>
          <p:cNvSpPr/>
          <p:nvPr/>
        </p:nvSpPr>
        <p:spPr>
          <a:xfrm>
            <a:off x="400050" y="3623221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00050" y="3623221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71500" y="37756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84461" y="3870871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sz="1600" b="0" i="0" u="none" strike="noStrike" cap="none"/>
          </a:p>
        </p:txBody>
      </p:sp>
      <p:sp>
        <p:nvSpPr>
          <p:cNvPr id="69" name="Google Shape;69;p5"/>
          <p:cNvSpPr/>
          <p:nvPr/>
        </p:nvSpPr>
        <p:spPr>
          <a:xfrm>
            <a:off x="1181100" y="3775621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Cloud Deployment</a:t>
            </a:r>
            <a:endParaRPr sz="1600" b="0" i="0" u="none" strike="noStrike" cap="none"/>
          </a:p>
        </p:txBody>
      </p:sp>
      <p:sp>
        <p:nvSpPr>
          <p:cNvPr id="70" name="Google Shape;70;p5"/>
          <p:cNvSpPr/>
          <p:nvPr/>
        </p:nvSpPr>
        <p:spPr>
          <a:xfrm>
            <a:off x="1181100" y="4080421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infrastructure and Docker</a:t>
            </a:r>
            <a:endParaRPr sz="1600" b="0" i="0" u="none" strike="noStrike" cap="none"/>
          </a:p>
        </p:txBody>
      </p:sp>
      <p:sp>
        <p:nvSpPr>
          <p:cNvPr id="71" name="Google Shape;71;p5"/>
          <p:cNvSpPr/>
          <p:nvPr/>
        </p:nvSpPr>
        <p:spPr>
          <a:xfrm>
            <a:off x="6267450" y="3623221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267450" y="3623221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438900" y="37756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549628" y="3870871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06</a:t>
            </a:r>
            <a:endParaRPr sz="1600" b="0" i="0" u="none" strike="noStrike" cap="none"/>
          </a:p>
        </p:txBody>
      </p:sp>
      <p:sp>
        <p:nvSpPr>
          <p:cNvPr id="75" name="Google Shape;75;p5"/>
          <p:cNvSpPr/>
          <p:nvPr/>
        </p:nvSpPr>
        <p:spPr>
          <a:xfrm>
            <a:off x="7048500" y="3775621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Database Design</a:t>
            </a:r>
            <a:endParaRPr sz="1600" b="0" i="0" u="none" strike="noStrike" cap="none"/>
          </a:p>
        </p:txBody>
      </p:sp>
      <p:sp>
        <p:nvSpPr>
          <p:cNvPr id="76" name="Google Shape;76;p5"/>
          <p:cNvSpPr/>
          <p:nvPr/>
        </p:nvSpPr>
        <p:spPr>
          <a:xfrm>
            <a:off x="7048500" y="4080421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 schema and management</a:t>
            </a:r>
            <a:endParaRPr sz="1600" b="0" i="0" u="none" strike="noStrike" cap="none"/>
          </a:p>
        </p:txBody>
      </p:sp>
      <p:sp>
        <p:nvSpPr>
          <p:cNvPr id="77" name="Google Shape;77;p5"/>
          <p:cNvSpPr/>
          <p:nvPr/>
        </p:nvSpPr>
        <p:spPr>
          <a:xfrm>
            <a:off x="400050" y="4625280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00050" y="4625280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71500" y="47776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90563" y="4872930"/>
            <a:ext cx="314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07</a:t>
            </a:r>
            <a:endParaRPr sz="1600" b="0" i="0" u="none" strike="noStrike" cap="none"/>
          </a:p>
        </p:txBody>
      </p:sp>
      <p:sp>
        <p:nvSpPr>
          <p:cNvPr id="81" name="Google Shape;81;p5"/>
          <p:cNvSpPr/>
          <p:nvPr/>
        </p:nvSpPr>
        <p:spPr>
          <a:xfrm>
            <a:off x="1181100" y="4777680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Key Features</a:t>
            </a:r>
            <a:endParaRPr sz="1600" b="0" i="0" u="none" strike="noStrike" cap="none"/>
          </a:p>
        </p:txBody>
      </p:sp>
      <p:sp>
        <p:nvSpPr>
          <p:cNvPr id="82" name="Google Shape;82;p5"/>
          <p:cNvSpPr/>
          <p:nvPr/>
        </p:nvSpPr>
        <p:spPr>
          <a:xfrm>
            <a:off x="1181100" y="5082480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capabilities and services</a:t>
            </a:r>
            <a:endParaRPr sz="1600" b="0" i="0" u="none" strike="noStrike" cap="none"/>
          </a:p>
        </p:txBody>
      </p:sp>
      <p:sp>
        <p:nvSpPr>
          <p:cNvPr id="83" name="Google Shape;83;p5"/>
          <p:cNvSpPr/>
          <p:nvPr/>
        </p:nvSpPr>
        <p:spPr>
          <a:xfrm>
            <a:off x="6267450" y="4625280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267450" y="4625280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438900" y="47776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548140" y="4872930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08</a:t>
            </a:r>
            <a:endParaRPr sz="1600" b="0" i="0" u="none" strike="noStrike" cap="none"/>
          </a:p>
        </p:txBody>
      </p:sp>
      <p:sp>
        <p:nvSpPr>
          <p:cNvPr id="87" name="Google Shape;87;p5"/>
          <p:cNvSpPr/>
          <p:nvPr/>
        </p:nvSpPr>
        <p:spPr>
          <a:xfrm>
            <a:off x="7048500" y="4777680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Cost Optimization</a:t>
            </a:r>
            <a:endParaRPr sz="1600" b="0" i="0" u="none" strike="noStrike" cap="none"/>
          </a:p>
        </p:txBody>
      </p:sp>
      <p:sp>
        <p:nvSpPr>
          <p:cNvPr id="88" name="Google Shape;88;p5"/>
          <p:cNvSpPr/>
          <p:nvPr/>
        </p:nvSpPr>
        <p:spPr>
          <a:xfrm>
            <a:off x="7048500" y="5082480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Zero-cost cloud strategy</a:t>
            </a:r>
            <a:endParaRPr sz="1600" b="0" i="0" u="none" strike="noStrike" cap="none"/>
          </a:p>
        </p:txBody>
      </p:sp>
      <p:sp>
        <p:nvSpPr>
          <p:cNvPr id="89" name="Google Shape;89;p5"/>
          <p:cNvSpPr/>
          <p:nvPr/>
        </p:nvSpPr>
        <p:spPr>
          <a:xfrm>
            <a:off x="400050" y="5627340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00050" y="5627340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571500" y="57797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82228" y="5874990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09</a:t>
            </a:r>
            <a:endParaRPr sz="1600" b="0" i="0" u="none" strike="noStrike" cap="none"/>
          </a:p>
        </p:txBody>
      </p:sp>
      <p:sp>
        <p:nvSpPr>
          <p:cNvPr id="93" name="Google Shape;93;p5"/>
          <p:cNvSpPr/>
          <p:nvPr/>
        </p:nvSpPr>
        <p:spPr>
          <a:xfrm>
            <a:off x="1181100" y="5779740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Results &amp; Evidence</a:t>
            </a:r>
            <a:endParaRPr sz="1600" b="0" i="0" u="none" strike="noStrike" cap="none"/>
          </a:p>
        </p:txBody>
      </p:sp>
      <p:sp>
        <p:nvSpPr>
          <p:cNvPr id="94" name="Google Shape;94;p5"/>
          <p:cNvSpPr/>
          <p:nvPr/>
        </p:nvSpPr>
        <p:spPr>
          <a:xfrm>
            <a:off x="1181100" y="6084540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Screenshots and compliance proof</a:t>
            </a:r>
            <a:endParaRPr sz="1600" b="0" i="0" u="none" strike="noStrike" cap="none"/>
          </a:p>
        </p:txBody>
      </p:sp>
      <p:sp>
        <p:nvSpPr>
          <p:cNvPr id="95" name="Google Shape;95;p5"/>
          <p:cNvSpPr/>
          <p:nvPr/>
        </p:nvSpPr>
        <p:spPr>
          <a:xfrm>
            <a:off x="6267450" y="5627340"/>
            <a:ext cx="5543550" cy="847725"/>
          </a:xfrm>
          <a:custGeom>
            <a:avLst/>
            <a:gdLst/>
            <a:ahLst/>
            <a:cxnLst/>
            <a:rect l="l" t="t" r="r" b="b"/>
            <a:pathLst>
              <a:path w="5543550" h="847725" extrusionOk="0">
                <a:moveTo>
                  <a:pt x="38100" y="0"/>
                </a:moveTo>
                <a:lnTo>
                  <a:pt x="5467348" y="0"/>
                </a:lnTo>
                <a:cubicBezTo>
                  <a:pt x="5509405" y="0"/>
                  <a:pt x="5543550" y="34145"/>
                  <a:pt x="5543550" y="76202"/>
                </a:cubicBezTo>
                <a:lnTo>
                  <a:pt x="5543550" y="771523"/>
                </a:lnTo>
                <a:cubicBezTo>
                  <a:pt x="5543550" y="813580"/>
                  <a:pt x="5509405" y="847725"/>
                  <a:pt x="5467348" y="847725"/>
                </a:cubicBez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267450" y="5627340"/>
            <a:ext cx="38100" cy="847725"/>
          </a:xfrm>
          <a:custGeom>
            <a:avLst/>
            <a:gdLst/>
            <a:ahLst/>
            <a:cxnLst/>
            <a:rect l="l" t="t" r="r" b="b"/>
            <a:pathLst>
              <a:path w="38100" h="847725" extrusionOk="0">
                <a:moveTo>
                  <a:pt x="38100" y="0"/>
                </a:moveTo>
                <a:lnTo>
                  <a:pt x="38100" y="0"/>
                </a:lnTo>
                <a:lnTo>
                  <a:pt x="38100" y="847725"/>
                </a:lnTo>
                <a:lnTo>
                  <a:pt x="38100" y="847725"/>
                </a:lnTo>
                <a:cubicBezTo>
                  <a:pt x="17072" y="847725"/>
                  <a:pt x="0" y="830653"/>
                  <a:pt x="0" y="809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438900" y="57797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568529" y="5874990"/>
            <a:ext cx="295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10</a:t>
            </a:r>
            <a:endParaRPr sz="1600" b="0" i="0" u="none" strike="noStrike" cap="none"/>
          </a:p>
        </p:txBody>
      </p:sp>
      <p:sp>
        <p:nvSpPr>
          <p:cNvPr id="99" name="Google Shape;99;p5"/>
          <p:cNvSpPr/>
          <p:nvPr/>
        </p:nvSpPr>
        <p:spPr>
          <a:xfrm>
            <a:off x="7048500" y="5779740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Conclusion</a:t>
            </a:r>
            <a:endParaRPr sz="1600" b="0" i="0" u="none" strike="noStrike" cap="none"/>
          </a:p>
        </p:txBody>
      </p:sp>
      <p:sp>
        <p:nvSpPr>
          <p:cNvPr id="100" name="Google Shape;100;p5"/>
          <p:cNvSpPr/>
          <p:nvPr/>
        </p:nvSpPr>
        <p:spPr>
          <a:xfrm>
            <a:off x="7048500" y="6084540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Achievements and future work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333799" y="333799"/>
            <a:ext cx="11591162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Project Introduction</a:t>
            </a:r>
            <a:endParaRPr sz="1600" b="0" i="0" u="none" strike="noStrike" cap="none"/>
          </a:p>
        </p:txBody>
      </p:sp>
      <p:sp>
        <p:nvSpPr>
          <p:cNvPr id="107" name="Google Shape;107;p6"/>
          <p:cNvSpPr/>
          <p:nvPr/>
        </p:nvSpPr>
        <p:spPr>
          <a:xfrm>
            <a:off x="333799" y="600838"/>
            <a:ext cx="11674612" cy="33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6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Project Overview &amp; Objectives</a:t>
            </a:r>
            <a:endParaRPr sz="1600" b="0" i="0" u="none" strike="noStrike" cap="none"/>
          </a:p>
        </p:txBody>
      </p:sp>
      <p:sp>
        <p:nvSpPr>
          <p:cNvPr id="108" name="Google Shape;108;p6"/>
          <p:cNvSpPr/>
          <p:nvPr/>
        </p:nvSpPr>
        <p:spPr>
          <a:xfrm>
            <a:off x="333799" y="1034776"/>
            <a:ext cx="801117" cy="33380"/>
          </a:xfrm>
          <a:custGeom>
            <a:avLst/>
            <a:gdLst/>
            <a:ahLst/>
            <a:cxnLst/>
            <a:rect l="l" t="t" r="r" b="b"/>
            <a:pathLst>
              <a:path w="801117" h="33380" extrusionOk="0">
                <a:moveTo>
                  <a:pt x="0" y="0"/>
                </a:moveTo>
                <a:lnTo>
                  <a:pt x="801117" y="0"/>
                </a:lnTo>
                <a:lnTo>
                  <a:pt x="801117" y="33380"/>
                </a:lnTo>
                <a:lnTo>
                  <a:pt x="0" y="333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Google Shape;109;p6"/>
          <p:cNvSpPr/>
          <p:nvPr/>
        </p:nvSpPr>
        <p:spPr>
          <a:xfrm>
            <a:off x="337971" y="1205848"/>
            <a:ext cx="5674579" cy="1143261"/>
          </a:xfrm>
          <a:custGeom>
            <a:avLst/>
            <a:gdLst/>
            <a:ahLst/>
            <a:cxnLst/>
            <a:rect l="l" t="t" r="r" b="b"/>
            <a:pathLst>
              <a:path w="5674579" h="1143261" extrusionOk="0">
                <a:moveTo>
                  <a:pt x="66755" y="0"/>
                </a:moveTo>
                <a:lnTo>
                  <a:pt x="5607824" y="0"/>
                </a:lnTo>
                <a:cubicBezTo>
                  <a:pt x="5644692" y="0"/>
                  <a:pt x="5674579" y="29887"/>
                  <a:pt x="5674579" y="66755"/>
                </a:cubicBezTo>
                <a:lnTo>
                  <a:pt x="5674579" y="1076506"/>
                </a:lnTo>
                <a:cubicBezTo>
                  <a:pt x="5674579" y="1113374"/>
                  <a:pt x="5644692" y="1143261"/>
                  <a:pt x="5607824" y="1143261"/>
                </a:cubicBezTo>
                <a:lnTo>
                  <a:pt x="66755" y="1143261"/>
                </a:lnTo>
                <a:cubicBezTo>
                  <a:pt x="29887" y="1143261"/>
                  <a:pt x="0" y="1113374"/>
                  <a:pt x="0" y="1076506"/>
                </a:cubicBezTo>
                <a:lnTo>
                  <a:pt x="0" y="66755"/>
                </a:lnTo>
                <a:cubicBezTo>
                  <a:pt x="0" y="29912"/>
                  <a:pt x="29912" y="0"/>
                  <a:pt x="6675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75663" y="1343540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 extrusionOk="0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50768" y="1435335"/>
            <a:ext cx="187762" cy="150209"/>
          </a:xfrm>
          <a:custGeom>
            <a:avLst/>
            <a:gdLst/>
            <a:ahLst/>
            <a:cxnLst/>
            <a:rect l="l" t="t" r="r" b="b"/>
            <a:pathLst>
              <a:path w="187762" h="150209" extrusionOk="0">
                <a:moveTo>
                  <a:pt x="103269" y="0"/>
                </a:moveTo>
                <a:cubicBezTo>
                  <a:pt x="103269" y="-5193"/>
                  <a:pt x="99074" y="-9388"/>
                  <a:pt x="93881" y="-9388"/>
                </a:cubicBezTo>
                <a:cubicBezTo>
                  <a:pt x="88688" y="-9388"/>
                  <a:pt x="84493" y="-5193"/>
                  <a:pt x="84493" y="0"/>
                </a:cubicBezTo>
                <a:lnTo>
                  <a:pt x="84493" y="18776"/>
                </a:lnTo>
                <a:lnTo>
                  <a:pt x="56329" y="18776"/>
                </a:lnTo>
                <a:cubicBezTo>
                  <a:pt x="40780" y="18776"/>
                  <a:pt x="28164" y="31391"/>
                  <a:pt x="28164" y="46940"/>
                </a:cubicBezTo>
                <a:lnTo>
                  <a:pt x="28164" y="112657"/>
                </a:lnTo>
                <a:cubicBezTo>
                  <a:pt x="28164" y="128206"/>
                  <a:pt x="40780" y="140821"/>
                  <a:pt x="56329" y="140821"/>
                </a:cubicBezTo>
                <a:lnTo>
                  <a:pt x="131433" y="140821"/>
                </a:lnTo>
                <a:cubicBezTo>
                  <a:pt x="146982" y="140821"/>
                  <a:pt x="159598" y="128206"/>
                  <a:pt x="159598" y="112657"/>
                </a:cubicBezTo>
                <a:lnTo>
                  <a:pt x="159598" y="46940"/>
                </a:lnTo>
                <a:cubicBezTo>
                  <a:pt x="159598" y="31391"/>
                  <a:pt x="146982" y="18776"/>
                  <a:pt x="131433" y="18776"/>
                </a:cubicBezTo>
                <a:lnTo>
                  <a:pt x="103269" y="18776"/>
                </a:lnTo>
                <a:lnTo>
                  <a:pt x="103269" y="0"/>
                </a:lnTo>
                <a:close/>
                <a:moveTo>
                  <a:pt x="46940" y="107963"/>
                </a:moveTo>
                <a:cubicBezTo>
                  <a:pt x="46940" y="104061"/>
                  <a:pt x="50080" y="100922"/>
                  <a:pt x="53982" y="100922"/>
                </a:cubicBezTo>
                <a:lnTo>
                  <a:pt x="63370" y="100922"/>
                </a:lnTo>
                <a:cubicBezTo>
                  <a:pt x="67272" y="100922"/>
                  <a:pt x="70411" y="104061"/>
                  <a:pt x="70411" y="107963"/>
                </a:cubicBezTo>
                <a:cubicBezTo>
                  <a:pt x="70411" y="111865"/>
                  <a:pt x="67272" y="115004"/>
                  <a:pt x="63370" y="115004"/>
                </a:cubicBezTo>
                <a:lnTo>
                  <a:pt x="53982" y="115004"/>
                </a:lnTo>
                <a:cubicBezTo>
                  <a:pt x="50080" y="115004"/>
                  <a:pt x="46940" y="111865"/>
                  <a:pt x="46940" y="107963"/>
                </a:cubicBezTo>
                <a:close/>
                <a:moveTo>
                  <a:pt x="82146" y="107963"/>
                </a:moveTo>
                <a:cubicBezTo>
                  <a:pt x="82146" y="104061"/>
                  <a:pt x="85285" y="100922"/>
                  <a:pt x="89187" y="100922"/>
                </a:cubicBezTo>
                <a:lnTo>
                  <a:pt x="98575" y="100922"/>
                </a:lnTo>
                <a:cubicBezTo>
                  <a:pt x="102477" y="100922"/>
                  <a:pt x="105616" y="104061"/>
                  <a:pt x="105616" y="107963"/>
                </a:cubicBezTo>
                <a:cubicBezTo>
                  <a:pt x="105616" y="111865"/>
                  <a:pt x="102477" y="115004"/>
                  <a:pt x="98575" y="115004"/>
                </a:cubicBezTo>
                <a:lnTo>
                  <a:pt x="89187" y="115004"/>
                </a:lnTo>
                <a:cubicBezTo>
                  <a:pt x="85285" y="115004"/>
                  <a:pt x="82146" y="111865"/>
                  <a:pt x="82146" y="107963"/>
                </a:cubicBezTo>
                <a:close/>
                <a:moveTo>
                  <a:pt x="117351" y="107963"/>
                </a:moveTo>
                <a:cubicBezTo>
                  <a:pt x="117351" y="104061"/>
                  <a:pt x="120490" y="100922"/>
                  <a:pt x="124392" y="100922"/>
                </a:cubicBezTo>
                <a:lnTo>
                  <a:pt x="133780" y="100922"/>
                </a:lnTo>
                <a:cubicBezTo>
                  <a:pt x="137682" y="100922"/>
                  <a:pt x="140821" y="104061"/>
                  <a:pt x="140821" y="107963"/>
                </a:cubicBezTo>
                <a:cubicBezTo>
                  <a:pt x="140821" y="111865"/>
                  <a:pt x="137682" y="115004"/>
                  <a:pt x="133780" y="115004"/>
                </a:cubicBezTo>
                <a:lnTo>
                  <a:pt x="124392" y="115004"/>
                </a:lnTo>
                <a:cubicBezTo>
                  <a:pt x="120490" y="115004"/>
                  <a:pt x="117351" y="111865"/>
                  <a:pt x="117351" y="107963"/>
                </a:cubicBezTo>
                <a:close/>
                <a:moveTo>
                  <a:pt x="65717" y="51634"/>
                </a:moveTo>
                <a:cubicBezTo>
                  <a:pt x="73489" y="51634"/>
                  <a:pt x="79799" y="57944"/>
                  <a:pt x="79799" y="65717"/>
                </a:cubicBezTo>
                <a:cubicBezTo>
                  <a:pt x="79799" y="73489"/>
                  <a:pt x="73489" y="79799"/>
                  <a:pt x="65717" y="79799"/>
                </a:cubicBezTo>
                <a:cubicBezTo>
                  <a:pt x="57944" y="79799"/>
                  <a:pt x="51634" y="73489"/>
                  <a:pt x="51634" y="65717"/>
                </a:cubicBezTo>
                <a:cubicBezTo>
                  <a:pt x="51634" y="57944"/>
                  <a:pt x="57944" y="51634"/>
                  <a:pt x="65717" y="51634"/>
                </a:cubicBezTo>
                <a:close/>
                <a:moveTo>
                  <a:pt x="107963" y="65717"/>
                </a:moveTo>
                <a:cubicBezTo>
                  <a:pt x="107963" y="57944"/>
                  <a:pt x="114273" y="51634"/>
                  <a:pt x="122045" y="51634"/>
                </a:cubicBezTo>
                <a:cubicBezTo>
                  <a:pt x="129817" y="51634"/>
                  <a:pt x="136127" y="57944"/>
                  <a:pt x="136127" y="65717"/>
                </a:cubicBezTo>
                <a:cubicBezTo>
                  <a:pt x="136127" y="73489"/>
                  <a:pt x="129817" y="79799"/>
                  <a:pt x="122045" y="79799"/>
                </a:cubicBezTo>
                <a:cubicBezTo>
                  <a:pt x="114273" y="79799"/>
                  <a:pt x="107963" y="73489"/>
                  <a:pt x="107963" y="65717"/>
                </a:cubicBezTo>
                <a:close/>
                <a:moveTo>
                  <a:pt x="18776" y="65717"/>
                </a:moveTo>
                <a:cubicBezTo>
                  <a:pt x="18776" y="60524"/>
                  <a:pt x="14581" y="56329"/>
                  <a:pt x="9388" y="56329"/>
                </a:cubicBezTo>
                <a:cubicBezTo>
                  <a:pt x="4195" y="56329"/>
                  <a:pt x="0" y="60524"/>
                  <a:pt x="0" y="65717"/>
                </a:cubicBezTo>
                <a:lnTo>
                  <a:pt x="0" y="93881"/>
                </a:lnTo>
                <a:cubicBezTo>
                  <a:pt x="0" y="99074"/>
                  <a:pt x="4195" y="103269"/>
                  <a:pt x="9388" y="103269"/>
                </a:cubicBezTo>
                <a:cubicBezTo>
                  <a:pt x="14581" y="103269"/>
                  <a:pt x="18776" y="99074"/>
                  <a:pt x="18776" y="93881"/>
                </a:cubicBezTo>
                <a:lnTo>
                  <a:pt x="18776" y="65717"/>
                </a:lnTo>
                <a:close/>
                <a:moveTo>
                  <a:pt x="178374" y="56329"/>
                </a:moveTo>
                <a:cubicBezTo>
                  <a:pt x="173181" y="56329"/>
                  <a:pt x="168986" y="60524"/>
                  <a:pt x="168986" y="65717"/>
                </a:cubicBezTo>
                <a:lnTo>
                  <a:pt x="168986" y="93881"/>
                </a:lnTo>
                <a:cubicBezTo>
                  <a:pt x="168986" y="99074"/>
                  <a:pt x="173181" y="103269"/>
                  <a:pt x="178374" y="103269"/>
                </a:cubicBezTo>
                <a:cubicBezTo>
                  <a:pt x="183567" y="103269"/>
                  <a:pt x="187762" y="99074"/>
                  <a:pt x="187762" y="93881"/>
                </a:cubicBezTo>
                <a:lnTo>
                  <a:pt x="187762" y="65717"/>
                </a:lnTo>
                <a:cubicBezTo>
                  <a:pt x="187762" y="60524"/>
                  <a:pt x="183567" y="56329"/>
                  <a:pt x="178374" y="56329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909602" y="1393610"/>
            <a:ext cx="2853979" cy="2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What is HKBU Campus Assistant Bot?</a:t>
            </a:r>
            <a:endParaRPr sz="1600" b="0" i="0" u="none" strike="noStrike" cap="none"/>
          </a:p>
        </p:txBody>
      </p:sp>
      <p:sp>
        <p:nvSpPr>
          <p:cNvPr id="113" name="Google Shape;113;p6"/>
          <p:cNvSpPr/>
          <p:nvPr/>
        </p:nvSpPr>
        <p:spPr>
          <a:xfrm>
            <a:off x="475663" y="1777478"/>
            <a:ext cx="5465955" cy="43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intelligent Telegram-based chatbot designed to provide comprehensive campus information services to HKBU students and staff through natural language conversations.</a:t>
            </a:r>
            <a:endParaRPr sz="1600" b="0" i="0" u="none" strike="noStrike" cap="none"/>
          </a:p>
        </p:txBody>
      </p:sp>
      <p:sp>
        <p:nvSpPr>
          <p:cNvPr id="114" name="Google Shape;114;p6"/>
          <p:cNvSpPr/>
          <p:nvPr/>
        </p:nvSpPr>
        <p:spPr>
          <a:xfrm>
            <a:off x="337971" y="2457593"/>
            <a:ext cx="5674579" cy="1710719"/>
          </a:xfrm>
          <a:custGeom>
            <a:avLst/>
            <a:gdLst/>
            <a:ahLst/>
            <a:cxnLst/>
            <a:rect l="l" t="t" r="r" b="b"/>
            <a:pathLst>
              <a:path w="5674579" h="1710719" extrusionOk="0">
                <a:moveTo>
                  <a:pt x="66752" y="0"/>
                </a:moveTo>
                <a:lnTo>
                  <a:pt x="5607827" y="0"/>
                </a:lnTo>
                <a:cubicBezTo>
                  <a:pt x="5644693" y="0"/>
                  <a:pt x="5674579" y="29886"/>
                  <a:pt x="5674579" y="66752"/>
                </a:cubicBezTo>
                <a:lnTo>
                  <a:pt x="5674579" y="1643966"/>
                </a:lnTo>
                <a:cubicBezTo>
                  <a:pt x="5674579" y="1680833"/>
                  <a:pt x="5644693" y="1710719"/>
                  <a:pt x="5607827" y="1710719"/>
                </a:cubicBezTo>
                <a:lnTo>
                  <a:pt x="66752" y="1710719"/>
                </a:lnTo>
                <a:cubicBezTo>
                  <a:pt x="29886" y="1710719"/>
                  <a:pt x="0" y="1680833"/>
                  <a:pt x="0" y="1643966"/>
                </a:cubicBezTo>
                <a:lnTo>
                  <a:pt x="0" y="66752"/>
                </a:lnTo>
                <a:cubicBezTo>
                  <a:pt x="0" y="29911"/>
                  <a:pt x="29911" y="0"/>
                  <a:pt x="6675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75663" y="2595285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 extrusionOk="0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569544" y="2687080"/>
            <a:ext cx="150209" cy="150209"/>
          </a:xfrm>
          <a:custGeom>
            <a:avLst/>
            <a:gdLst/>
            <a:ahLst/>
            <a:cxnLst/>
            <a:rect l="l" t="t" r="r" b="b"/>
            <a:pathLst>
              <a:path w="150209" h="150209" extrusionOk="0">
                <a:moveTo>
                  <a:pt x="131433" y="75105"/>
                </a:moveTo>
                <a:cubicBezTo>
                  <a:pt x="131433" y="44016"/>
                  <a:pt x="106193" y="18776"/>
                  <a:pt x="75105" y="18776"/>
                </a:cubicBezTo>
                <a:cubicBezTo>
                  <a:pt x="44016" y="18776"/>
                  <a:pt x="18776" y="44016"/>
                  <a:pt x="18776" y="75105"/>
                </a:cubicBezTo>
                <a:cubicBezTo>
                  <a:pt x="18776" y="106193"/>
                  <a:pt x="44016" y="131433"/>
                  <a:pt x="75105" y="131433"/>
                </a:cubicBezTo>
                <a:cubicBezTo>
                  <a:pt x="106193" y="131433"/>
                  <a:pt x="131433" y="106193"/>
                  <a:pt x="131433" y="75105"/>
                </a:cubicBezTo>
                <a:close/>
                <a:moveTo>
                  <a:pt x="0" y="75105"/>
                </a:moveTo>
                <a:cubicBezTo>
                  <a:pt x="0" y="33653"/>
                  <a:pt x="33653" y="0"/>
                  <a:pt x="75105" y="0"/>
                </a:cubicBezTo>
                <a:cubicBezTo>
                  <a:pt x="116556" y="0"/>
                  <a:pt x="150209" y="33653"/>
                  <a:pt x="150209" y="75105"/>
                </a:cubicBezTo>
                <a:cubicBezTo>
                  <a:pt x="150209" y="116556"/>
                  <a:pt x="116556" y="150209"/>
                  <a:pt x="75105" y="150209"/>
                </a:cubicBezTo>
                <a:cubicBezTo>
                  <a:pt x="33653" y="150209"/>
                  <a:pt x="0" y="116556"/>
                  <a:pt x="0" y="75105"/>
                </a:cubicBezTo>
                <a:close/>
                <a:moveTo>
                  <a:pt x="75105" y="98575"/>
                </a:moveTo>
                <a:cubicBezTo>
                  <a:pt x="88058" y="98575"/>
                  <a:pt x="98575" y="88058"/>
                  <a:pt x="98575" y="75105"/>
                </a:cubicBezTo>
                <a:cubicBezTo>
                  <a:pt x="98575" y="62151"/>
                  <a:pt x="88058" y="51634"/>
                  <a:pt x="75105" y="51634"/>
                </a:cubicBezTo>
                <a:cubicBezTo>
                  <a:pt x="62151" y="51634"/>
                  <a:pt x="51634" y="62151"/>
                  <a:pt x="51634" y="75105"/>
                </a:cubicBezTo>
                <a:cubicBezTo>
                  <a:pt x="51634" y="88058"/>
                  <a:pt x="62151" y="98575"/>
                  <a:pt x="75105" y="98575"/>
                </a:cubicBezTo>
                <a:close/>
                <a:moveTo>
                  <a:pt x="75105" y="32858"/>
                </a:moveTo>
                <a:cubicBezTo>
                  <a:pt x="98421" y="32858"/>
                  <a:pt x="117351" y="51788"/>
                  <a:pt x="117351" y="75105"/>
                </a:cubicBezTo>
                <a:cubicBezTo>
                  <a:pt x="117351" y="98421"/>
                  <a:pt x="98421" y="117351"/>
                  <a:pt x="75105" y="117351"/>
                </a:cubicBezTo>
                <a:cubicBezTo>
                  <a:pt x="51788" y="117351"/>
                  <a:pt x="32858" y="98421"/>
                  <a:pt x="32858" y="75105"/>
                </a:cubicBezTo>
                <a:cubicBezTo>
                  <a:pt x="32858" y="51788"/>
                  <a:pt x="51788" y="32858"/>
                  <a:pt x="75105" y="32858"/>
                </a:cubicBezTo>
                <a:close/>
                <a:moveTo>
                  <a:pt x="65717" y="75105"/>
                </a:moveTo>
                <a:cubicBezTo>
                  <a:pt x="65717" y="69923"/>
                  <a:pt x="69923" y="65717"/>
                  <a:pt x="75105" y="65717"/>
                </a:cubicBezTo>
                <a:cubicBezTo>
                  <a:pt x="80286" y="65717"/>
                  <a:pt x="84493" y="69923"/>
                  <a:pt x="84493" y="75105"/>
                </a:cubicBezTo>
                <a:cubicBezTo>
                  <a:pt x="84493" y="80286"/>
                  <a:pt x="80286" y="84493"/>
                  <a:pt x="75105" y="84493"/>
                </a:cubicBezTo>
                <a:cubicBezTo>
                  <a:pt x="69923" y="84493"/>
                  <a:pt x="65717" y="80286"/>
                  <a:pt x="65717" y="75105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909602" y="2645355"/>
            <a:ext cx="1418645" cy="2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Project Objectives</a:t>
            </a:r>
            <a:endParaRPr sz="1600" b="0" i="0" u="none" strike="noStrike" cap="none"/>
          </a:p>
        </p:txBody>
      </p:sp>
      <p:sp>
        <p:nvSpPr>
          <p:cNvPr id="118" name="Google Shape;118;p6"/>
          <p:cNvSpPr/>
          <p:nvPr/>
        </p:nvSpPr>
        <p:spPr>
          <a:xfrm>
            <a:off x="492353" y="3062604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 extrusionOk="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09322" y="3029224"/>
            <a:ext cx="3579992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a cloud-native chatbot using modern DevOps practices</a:t>
            </a:r>
            <a:endParaRPr sz="1600" b="0" i="0" u="none" strike="noStrike" cap="none"/>
          </a:p>
        </p:txBody>
      </p:sp>
      <p:sp>
        <p:nvSpPr>
          <p:cNvPr id="120" name="Google Shape;120;p6"/>
          <p:cNvSpPr/>
          <p:nvPr/>
        </p:nvSpPr>
        <p:spPr>
          <a:xfrm>
            <a:off x="492353" y="3329643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 extrusionOk="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709322" y="3296263"/>
            <a:ext cx="3479852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 LLM for intelligent natural language understanding</a:t>
            </a:r>
            <a:endParaRPr sz="1600" b="0" i="0" u="none" strike="noStrike" cap="none"/>
          </a:p>
        </p:txBody>
      </p:sp>
      <p:sp>
        <p:nvSpPr>
          <p:cNvPr id="122" name="Google Shape;122;p6"/>
          <p:cNvSpPr/>
          <p:nvPr/>
        </p:nvSpPr>
        <p:spPr>
          <a:xfrm>
            <a:off x="492353" y="3596682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 extrusionOk="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709322" y="3563302"/>
            <a:ext cx="2586940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 on AWS with zero operational costs</a:t>
            </a:r>
            <a:endParaRPr sz="1600" b="0" i="0" u="none" strike="noStrike" cap="none"/>
          </a:p>
        </p:txBody>
      </p:sp>
      <p:sp>
        <p:nvSpPr>
          <p:cNvPr id="124" name="Google Shape;124;p6"/>
          <p:cNvSpPr/>
          <p:nvPr/>
        </p:nvSpPr>
        <p:spPr>
          <a:xfrm>
            <a:off x="492353" y="3863721"/>
            <a:ext cx="133520" cy="133520"/>
          </a:xfrm>
          <a:custGeom>
            <a:avLst/>
            <a:gdLst/>
            <a:ahLst/>
            <a:cxnLst/>
            <a:rect l="l" t="t" r="r" b="b"/>
            <a:pathLst>
              <a:path w="133520" h="133520" extrusionOk="0">
                <a:moveTo>
                  <a:pt x="66760" y="133520"/>
                </a:moveTo>
                <a:cubicBezTo>
                  <a:pt x="103605" y="133520"/>
                  <a:pt x="133520" y="103605"/>
                  <a:pt x="133520" y="66760"/>
                </a:cubicBezTo>
                <a:cubicBezTo>
                  <a:pt x="133520" y="29914"/>
                  <a:pt x="103605" y="0"/>
                  <a:pt x="66760" y="0"/>
                </a:cubicBezTo>
                <a:cubicBezTo>
                  <a:pt x="29914" y="0"/>
                  <a:pt x="0" y="29914"/>
                  <a:pt x="0" y="66760"/>
                </a:cubicBezTo>
                <a:cubicBezTo>
                  <a:pt x="0" y="103605"/>
                  <a:pt x="29914" y="133520"/>
                  <a:pt x="66760" y="133520"/>
                </a:cubicBezTo>
                <a:close/>
                <a:moveTo>
                  <a:pt x="88770" y="55468"/>
                </a:moveTo>
                <a:lnTo>
                  <a:pt x="67907" y="88848"/>
                </a:lnTo>
                <a:cubicBezTo>
                  <a:pt x="66812" y="90595"/>
                  <a:pt x="64934" y="91690"/>
                  <a:pt x="62874" y="91795"/>
                </a:cubicBezTo>
                <a:cubicBezTo>
                  <a:pt x="60814" y="91899"/>
                  <a:pt x="58832" y="90960"/>
                  <a:pt x="57606" y="89291"/>
                </a:cubicBezTo>
                <a:lnTo>
                  <a:pt x="45089" y="72601"/>
                </a:lnTo>
                <a:cubicBezTo>
                  <a:pt x="43003" y="69837"/>
                  <a:pt x="43576" y="65925"/>
                  <a:pt x="46341" y="63839"/>
                </a:cubicBezTo>
                <a:cubicBezTo>
                  <a:pt x="49105" y="61753"/>
                  <a:pt x="53017" y="62326"/>
                  <a:pt x="55103" y="65091"/>
                </a:cubicBezTo>
                <a:lnTo>
                  <a:pt x="62144" y="74479"/>
                </a:lnTo>
                <a:lnTo>
                  <a:pt x="78156" y="48844"/>
                </a:lnTo>
                <a:cubicBezTo>
                  <a:pt x="79981" y="45923"/>
                  <a:pt x="83841" y="45011"/>
                  <a:pt x="86788" y="46862"/>
                </a:cubicBezTo>
                <a:cubicBezTo>
                  <a:pt x="89734" y="48714"/>
                  <a:pt x="90621" y="52547"/>
                  <a:pt x="88770" y="55494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09322" y="3830341"/>
            <a:ext cx="3012534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Ensure scalability, monitoring, and data persistence</a:t>
            </a:r>
            <a:endParaRPr sz="1600" b="0" i="0" u="none" strike="noStrike" cap="none"/>
          </a:p>
        </p:txBody>
      </p:sp>
      <p:sp>
        <p:nvSpPr>
          <p:cNvPr id="126" name="Google Shape;126;p6"/>
          <p:cNvSpPr/>
          <p:nvPr/>
        </p:nvSpPr>
        <p:spPr>
          <a:xfrm>
            <a:off x="6184926" y="1205848"/>
            <a:ext cx="5674579" cy="2578595"/>
          </a:xfrm>
          <a:custGeom>
            <a:avLst/>
            <a:gdLst/>
            <a:ahLst/>
            <a:cxnLst/>
            <a:rect l="l" t="t" r="r" b="b"/>
            <a:pathLst>
              <a:path w="5674579" h="2578595" extrusionOk="0">
                <a:moveTo>
                  <a:pt x="66760" y="0"/>
                </a:moveTo>
                <a:lnTo>
                  <a:pt x="5607819" y="0"/>
                </a:lnTo>
                <a:cubicBezTo>
                  <a:pt x="5644690" y="0"/>
                  <a:pt x="5674579" y="29889"/>
                  <a:pt x="5674579" y="66760"/>
                </a:cubicBezTo>
                <a:lnTo>
                  <a:pt x="5674579" y="2511836"/>
                </a:lnTo>
                <a:cubicBezTo>
                  <a:pt x="5674579" y="2548706"/>
                  <a:pt x="5644690" y="2578595"/>
                  <a:pt x="5607819" y="2578595"/>
                </a:cubicBezTo>
                <a:lnTo>
                  <a:pt x="66760" y="2578595"/>
                </a:lnTo>
                <a:cubicBezTo>
                  <a:pt x="29889" y="2578595"/>
                  <a:pt x="0" y="2548706"/>
                  <a:pt x="0" y="2511836"/>
                </a:cubicBezTo>
                <a:lnTo>
                  <a:pt x="0" y="66760"/>
                </a:lnTo>
                <a:cubicBezTo>
                  <a:pt x="0" y="29889"/>
                  <a:pt x="29889" y="0"/>
                  <a:pt x="6676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322618" y="1343540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 extrusionOk="0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397723" y="1435335"/>
            <a:ext cx="187762" cy="150209"/>
          </a:xfrm>
          <a:custGeom>
            <a:avLst/>
            <a:gdLst/>
            <a:ahLst/>
            <a:cxnLst/>
            <a:rect l="l" t="t" r="r" b="b"/>
            <a:pathLst>
              <a:path w="187762" h="150209" extrusionOk="0">
                <a:moveTo>
                  <a:pt x="93881" y="4694"/>
                </a:moveTo>
                <a:cubicBezTo>
                  <a:pt x="110721" y="4694"/>
                  <a:pt x="124392" y="18366"/>
                  <a:pt x="124392" y="35205"/>
                </a:cubicBezTo>
                <a:cubicBezTo>
                  <a:pt x="124392" y="52045"/>
                  <a:pt x="110721" y="65717"/>
                  <a:pt x="93881" y="65717"/>
                </a:cubicBezTo>
                <a:cubicBezTo>
                  <a:pt x="77041" y="65717"/>
                  <a:pt x="63370" y="52045"/>
                  <a:pt x="63370" y="35205"/>
                </a:cubicBezTo>
                <a:cubicBezTo>
                  <a:pt x="63370" y="18366"/>
                  <a:pt x="77041" y="4694"/>
                  <a:pt x="93881" y="4694"/>
                </a:cubicBezTo>
                <a:close/>
                <a:moveTo>
                  <a:pt x="28164" y="25817"/>
                </a:moveTo>
                <a:cubicBezTo>
                  <a:pt x="39822" y="25817"/>
                  <a:pt x="49287" y="35282"/>
                  <a:pt x="49287" y="46940"/>
                </a:cubicBezTo>
                <a:cubicBezTo>
                  <a:pt x="49287" y="58599"/>
                  <a:pt x="39822" y="68064"/>
                  <a:pt x="28164" y="68064"/>
                </a:cubicBezTo>
                <a:cubicBezTo>
                  <a:pt x="16506" y="68064"/>
                  <a:pt x="7041" y="58599"/>
                  <a:pt x="7041" y="46940"/>
                </a:cubicBezTo>
                <a:cubicBezTo>
                  <a:pt x="7041" y="35282"/>
                  <a:pt x="16506" y="25817"/>
                  <a:pt x="28164" y="25817"/>
                </a:cubicBezTo>
                <a:close/>
                <a:moveTo>
                  <a:pt x="0" y="122045"/>
                </a:moveTo>
                <a:cubicBezTo>
                  <a:pt x="0" y="101303"/>
                  <a:pt x="16811" y="84493"/>
                  <a:pt x="37552" y="84493"/>
                </a:cubicBezTo>
                <a:cubicBezTo>
                  <a:pt x="41308" y="84493"/>
                  <a:pt x="44945" y="85050"/>
                  <a:pt x="48378" y="86077"/>
                </a:cubicBezTo>
                <a:cubicBezTo>
                  <a:pt x="38726" y="96873"/>
                  <a:pt x="32858" y="111132"/>
                  <a:pt x="32858" y="126739"/>
                </a:cubicBezTo>
                <a:lnTo>
                  <a:pt x="32858" y="131433"/>
                </a:lnTo>
                <a:cubicBezTo>
                  <a:pt x="32858" y="134778"/>
                  <a:pt x="33562" y="137946"/>
                  <a:pt x="34824" y="140821"/>
                </a:cubicBezTo>
                <a:lnTo>
                  <a:pt x="9388" y="140821"/>
                </a:lnTo>
                <a:cubicBezTo>
                  <a:pt x="4195" y="140821"/>
                  <a:pt x="0" y="136626"/>
                  <a:pt x="0" y="131433"/>
                </a:cubicBezTo>
                <a:lnTo>
                  <a:pt x="0" y="122045"/>
                </a:lnTo>
                <a:close/>
                <a:moveTo>
                  <a:pt x="152938" y="140821"/>
                </a:moveTo>
                <a:cubicBezTo>
                  <a:pt x="154199" y="137946"/>
                  <a:pt x="154903" y="134778"/>
                  <a:pt x="154903" y="131433"/>
                </a:cubicBezTo>
                <a:lnTo>
                  <a:pt x="154903" y="126739"/>
                </a:lnTo>
                <a:cubicBezTo>
                  <a:pt x="154903" y="111132"/>
                  <a:pt x="149036" y="96873"/>
                  <a:pt x="139384" y="86077"/>
                </a:cubicBezTo>
                <a:cubicBezTo>
                  <a:pt x="142816" y="85050"/>
                  <a:pt x="146454" y="84493"/>
                  <a:pt x="150209" y="84493"/>
                </a:cubicBezTo>
                <a:cubicBezTo>
                  <a:pt x="170951" y="84493"/>
                  <a:pt x="187762" y="101303"/>
                  <a:pt x="187762" y="122045"/>
                </a:cubicBezTo>
                <a:lnTo>
                  <a:pt x="187762" y="131433"/>
                </a:lnTo>
                <a:cubicBezTo>
                  <a:pt x="187762" y="136626"/>
                  <a:pt x="183567" y="140821"/>
                  <a:pt x="178374" y="140821"/>
                </a:cubicBezTo>
                <a:lnTo>
                  <a:pt x="152938" y="140821"/>
                </a:lnTo>
                <a:close/>
                <a:moveTo>
                  <a:pt x="138474" y="46940"/>
                </a:moveTo>
                <a:cubicBezTo>
                  <a:pt x="138474" y="35282"/>
                  <a:pt x="147939" y="25817"/>
                  <a:pt x="159598" y="25817"/>
                </a:cubicBezTo>
                <a:cubicBezTo>
                  <a:pt x="171256" y="25817"/>
                  <a:pt x="180721" y="35282"/>
                  <a:pt x="180721" y="46940"/>
                </a:cubicBezTo>
                <a:cubicBezTo>
                  <a:pt x="180721" y="58599"/>
                  <a:pt x="171256" y="68064"/>
                  <a:pt x="159598" y="68064"/>
                </a:cubicBezTo>
                <a:cubicBezTo>
                  <a:pt x="147939" y="68064"/>
                  <a:pt x="138474" y="58599"/>
                  <a:pt x="138474" y="46940"/>
                </a:cubicBezTo>
                <a:close/>
                <a:moveTo>
                  <a:pt x="46940" y="126739"/>
                </a:moveTo>
                <a:cubicBezTo>
                  <a:pt x="46940" y="100805"/>
                  <a:pt x="67946" y="79799"/>
                  <a:pt x="93881" y="79799"/>
                </a:cubicBezTo>
                <a:cubicBezTo>
                  <a:pt x="119816" y="79799"/>
                  <a:pt x="140821" y="100805"/>
                  <a:pt x="140821" y="126739"/>
                </a:cubicBezTo>
                <a:lnTo>
                  <a:pt x="140821" y="131433"/>
                </a:lnTo>
                <a:cubicBezTo>
                  <a:pt x="140821" y="136626"/>
                  <a:pt x="136626" y="140821"/>
                  <a:pt x="131433" y="140821"/>
                </a:cubicBezTo>
                <a:lnTo>
                  <a:pt x="56329" y="140821"/>
                </a:lnTo>
                <a:cubicBezTo>
                  <a:pt x="51136" y="140821"/>
                  <a:pt x="46940" y="136626"/>
                  <a:pt x="46940" y="131433"/>
                </a:cubicBezTo>
                <a:lnTo>
                  <a:pt x="46940" y="126739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756556" y="1393610"/>
            <a:ext cx="1026431" cy="2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Target Users</a:t>
            </a:r>
            <a:endParaRPr sz="1600" b="0" i="0" u="none" strike="noStrike" cap="none"/>
          </a:p>
        </p:txBody>
      </p:sp>
      <p:sp>
        <p:nvSpPr>
          <p:cNvPr id="130" name="Google Shape;130;p6"/>
          <p:cNvSpPr/>
          <p:nvPr/>
        </p:nvSpPr>
        <p:spPr>
          <a:xfrm>
            <a:off x="6322618" y="1777478"/>
            <a:ext cx="2645355" cy="884567"/>
          </a:xfrm>
          <a:custGeom>
            <a:avLst/>
            <a:gdLst/>
            <a:ahLst/>
            <a:cxnLst/>
            <a:rect l="l" t="t" r="r" b="b"/>
            <a:pathLst>
              <a:path w="2645355" h="884567" extrusionOk="0">
                <a:moveTo>
                  <a:pt x="66758" y="0"/>
                </a:moveTo>
                <a:lnTo>
                  <a:pt x="2578597" y="0"/>
                </a:lnTo>
                <a:cubicBezTo>
                  <a:pt x="2615467" y="0"/>
                  <a:pt x="2645355" y="29889"/>
                  <a:pt x="2645355" y="66758"/>
                </a:cubicBezTo>
                <a:lnTo>
                  <a:pt x="2645355" y="817808"/>
                </a:lnTo>
                <a:cubicBezTo>
                  <a:pt x="2645355" y="854678"/>
                  <a:pt x="2615467" y="884567"/>
                  <a:pt x="2578597" y="884567"/>
                </a:cubicBezTo>
                <a:lnTo>
                  <a:pt x="66758" y="884567"/>
                </a:lnTo>
                <a:cubicBezTo>
                  <a:pt x="29889" y="884567"/>
                  <a:pt x="0" y="854678"/>
                  <a:pt x="0" y="817808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539158" y="1877618"/>
            <a:ext cx="219055" cy="250349"/>
          </a:xfrm>
          <a:custGeom>
            <a:avLst/>
            <a:gdLst/>
            <a:ahLst/>
            <a:cxnLst/>
            <a:rect l="l" t="t" r="r" b="b"/>
            <a:pathLst>
              <a:path w="219055" h="250349" extrusionOk="0">
                <a:moveTo>
                  <a:pt x="117987" y="-6357"/>
                </a:moveTo>
                <a:cubicBezTo>
                  <a:pt x="112413" y="-7481"/>
                  <a:pt x="106692" y="-7481"/>
                  <a:pt x="101118" y="-6357"/>
                </a:cubicBezTo>
                <a:lnTo>
                  <a:pt x="9437" y="11980"/>
                </a:lnTo>
                <a:cubicBezTo>
                  <a:pt x="3961" y="13055"/>
                  <a:pt x="0" y="17896"/>
                  <a:pt x="0" y="23470"/>
                </a:cubicBezTo>
                <a:cubicBezTo>
                  <a:pt x="0" y="28507"/>
                  <a:pt x="3178" y="32907"/>
                  <a:pt x="7823" y="34521"/>
                </a:cubicBezTo>
                <a:lnTo>
                  <a:pt x="7823" y="70411"/>
                </a:lnTo>
                <a:lnTo>
                  <a:pt x="147" y="108843"/>
                </a:lnTo>
                <a:cubicBezTo>
                  <a:pt x="49" y="109283"/>
                  <a:pt x="0" y="109772"/>
                  <a:pt x="0" y="110261"/>
                </a:cubicBezTo>
                <a:cubicBezTo>
                  <a:pt x="0" y="114173"/>
                  <a:pt x="3178" y="117400"/>
                  <a:pt x="7139" y="117400"/>
                </a:cubicBezTo>
                <a:lnTo>
                  <a:pt x="24204" y="117400"/>
                </a:lnTo>
                <a:cubicBezTo>
                  <a:pt x="28115" y="117400"/>
                  <a:pt x="31343" y="114222"/>
                  <a:pt x="31343" y="110261"/>
                </a:cubicBezTo>
                <a:cubicBezTo>
                  <a:pt x="31343" y="109772"/>
                  <a:pt x="31294" y="109332"/>
                  <a:pt x="31196" y="108843"/>
                </a:cubicBezTo>
                <a:lnTo>
                  <a:pt x="23470" y="70411"/>
                </a:lnTo>
                <a:lnTo>
                  <a:pt x="23470" y="37797"/>
                </a:lnTo>
                <a:lnTo>
                  <a:pt x="46940" y="42491"/>
                </a:lnTo>
                <a:lnTo>
                  <a:pt x="46940" y="70411"/>
                </a:lnTo>
                <a:cubicBezTo>
                  <a:pt x="46940" y="104980"/>
                  <a:pt x="74958" y="132998"/>
                  <a:pt x="109528" y="132998"/>
                </a:cubicBezTo>
                <a:cubicBezTo>
                  <a:pt x="144097" y="132998"/>
                  <a:pt x="172115" y="104980"/>
                  <a:pt x="172115" y="70411"/>
                </a:cubicBezTo>
                <a:lnTo>
                  <a:pt x="172115" y="42491"/>
                </a:lnTo>
                <a:lnTo>
                  <a:pt x="209618" y="35010"/>
                </a:lnTo>
                <a:cubicBezTo>
                  <a:pt x="215095" y="33885"/>
                  <a:pt x="219055" y="29044"/>
                  <a:pt x="219055" y="23470"/>
                </a:cubicBezTo>
                <a:cubicBezTo>
                  <a:pt x="219055" y="17896"/>
                  <a:pt x="215095" y="13055"/>
                  <a:pt x="209618" y="11980"/>
                </a:cubicBezTo>
                <a:lnTo>
                  <a:pt x="117987" y="-6357"/>
                </a:lnTo>
                <a:close/>
                <a:moveTo>
                  <a:pt x="109528" y="109528"/>
                </a:moveTo>
                <a:cubicBezTo>
                  <a:pt x="87916" y="109528"/>
                  <a:pt x="70411" y="92023"/>
                  <a:pt x="70411" y="70411"/>
                </a:cubicBezTo>
                <a:lnTo>
                  <a:pt x="148645" y="70411"/>
                </a:lnTo>
                <a:cubicBezTo>
                  <a:pt x="148645" y="92023"/>
                  <a:pt x="131140" y="109528"/>
                  <a:pt x="109528" y="109528"/>
                </a:cubicBezTo>
                <a:close/>
                <a:moveTo>
                  <a:pt x="58724" y="156517"/>
                </a:moveTo>
                <a:cubicBezTo>
                  <a:pt x="28702" y="170306"/>
                  <a:pt x="7823" y="200622"/>
                  <a:pt x="7823" y="235827"/>
                </a:cubicBezTo>
                <a:cubicBezTo>
                  <a:pt x="7823" y="243846"/>
                  <a:pt x="14327" y="250349"/>
                  <a:pt x="22346" y="250349"/>
                </a:cubicBezTo>
                <a:lnTo>
                  <a:pt x="97793" y="250349"/>
                </a:lnTo>
                <a:lnTo>
                  <a:pt x="97793" y="178960"/>
                </a:lnTo>
                <a:lnTo>
                  <a:pt x="69726" y="157935"/>
                </a:lnTo>
                <a:cubicBezTo>
                  <a:pt x="66548" y="155539"/>
                  <a:pt x="62294" y="154903"/>
                  <a:pt x="58676" y="156566"/>
                </a:cubicBezTo>
                <a:close/>
                <a:moveTo>
                  <a:pt x="121263" y="250349"/>
                </a:moveTo>
                <a:lnTo>
                  <a:pt x="196710" y="250349"/>
                </a:lnTo>
                <a:cubicBezTo>
                  <a:pt x="204729" y="250349"/>
                  <a:pt x="211232" y="243846"/>
                  <a:pt x="211232" y="235827"/>
                </a:cubicBezTo>
                <a:cubicBezTo>
                  <a:pt x="211232" y="200622"/>
                  <a:pt x="190353" y="170306"/>
                  <a:pt x="160331" y="156566"/>
                </a:cubicBezTo>
                <a:cubicBezTo>
                  <a:pt x="156713" y="154903"/>
                  <a:pt x="152459" y="155539"/>
                  <a:pt x="149280" y="157935"/>
                </a:cubicBezTo>
                <a:lnTo>
                  <a:pt x="121214" y="178960"/>
                </a:lnTo>
                <a:lnTo>
                  <a:pt x="121214" y="25034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389378" y="2194727"/>
            <a:ext cx="2511836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Students</a:t>
            </a:r>
            <a:endParaRPr sz="1600" b="0" i="0" u="none" strike="noStrike" cap="none"/>
          </a:p>
        </p:txBody>
      </p:sp>
      <p:sp>
        <p:nvSpPr>
          <p:cNvPr id="133" name="Google Shape;133;p6"/>
          <p:cNvSpPr/>
          <p:nvPr/>
        </p:nvSpPr>
        <p:spPr>
          <a:xfrm>
            <a:off x="6393550" y="2395006"/>
            <a:ext cx="2503491" cy="16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info, schedules</a:t>
            </a:r>
            <a:endParaRPr sz="1600" b="0" i="0" u="none" strike="noStrike" cap="none"/>
          </a:p>
        </p:txBody>
      </p:sp>
      <p:sp>
        <p:nvSpPr>
          <p:cNvPr id="134" name="Google Shape;134;p6"/>
          <p:cNvSpPr/>
          <p:nvPr/>
        </p:nvSpPr>
        <p:spPr>
          <a:xfrm>
            <a:off x="9070851" y="1777478"/>
            <a:ext cx="2645355" cy="884567"/>
          </a:xfrm>
          <a:custGeom>
            <a:avLst/>
            <a:gdLst/>
            <a:ahLst/>
            <a:cxnLst/>
            <a:rect l="l" t="t" r="r" b="b"/>
            <a:pathLst>
              <a:path w="2645355" h="884567" extrusionOk="0">
                <a:moveTo>
                  <a:pt x="66758" y="0"/>
                </a:moveTo>
                <a:lnTo>
                  <a:pt x="2578597" y="0"/>
                </a:lnTo>
                <a:cubicBezTo>
                  <a:pt x="2615467" y="0"/>
                  <a:pt x="2645355" y="29889"/>
                  <a:pt x="2645355" y="66758"/>
                </a:cubicBezTo>
                <a:lnTo>
                  <a:pt x="2645355" y="817808"/>
                </a:lnTo>
                <a:cubicBezTo>
                  <a:pt x="2645355" y="854678"/>
                  <a:pt x="2615467" y="884567"/>
                  <a:pt x="2578597" y="884567"/>
                </a:cubicBezTo>
                <a:lnTo>
                  <a:pt x="66758" y="884567"/>
                </a:lnTo>
                <a:cubicBezTo>
                  <a:pt x="29889" y="884567"/>
                  <a:pt x="0" y="854678"/>
                  <a:pt x="0" y="817808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0240581" y="1877618"/>
            <a:ext cx="312936" cy="250349"/>
          </a:xfrm>
          <a:custGeom>
            <a:avLst/>
            <a:gdLst/>
            <a:ahLst/>
            <a:cxnLst/>
            <a:rect l="l" t="t" r="r" b="b"/>
            <a:pathLst>
              <a:path w="312936" h="250349" extrusionOk="0">
                <a:moveTo>
                  <a:pt x="62587" y="46940"/>
                </a:moveTo>
                <a:cubicBezTo>
                  <a:pt x="62587" y="29680"/>
                  <a:pt x="76621" y="15647"/>
                  <a:pt x="93881" y="15647"/>
                </a:cubicBezTo>
                <a:lnTo>
                  <a:pt x="265996" y="15647"/>
                </a:lnTo>
                <a:cubicBezTo>
                  <a:pt x="283256" y="15647"/>
                  <a:pt x="297290" y="29680"/>
                  <a:pt x="297290" y="46940"/>
                </a:cubicBezTo>
                <a:lnTo>
                  <a:pt x="297290" y="164292"/>
                </a:lnTo>
                <a:lnTo>
                  <a:pt x="250349" y="164292"/>
                </a:lnTo>
                <a:lnTo>
                  <a:pt x="250349" y="156468"/>
                </a:lnTo>
                <a:cubicBezTo>
                  <a:pt x="250349" y="147814"/>
                  <a:pt x="243357" y="140821"/>
                  <a:pt x="234702" y="140821"/>
                </a:cubicBezTo>
                <a:lnTo>
                  <a:pt x="203409" y="140821"/>
                </a:lnTo>
                <a:cubicBezTo>
                  <a:pt x="194754" y="140821"/>
                  <a:pt x="187762" y="147814"/>
                  <a:pt x="187762" y="156468"/>
                </a:cubicBezTo>
                <a:lnTo>
                  <a:pt x="187762" y="164292"/>
                </a:lnTo>
                <a:lnTo>
                  <a:pt x="124637" y="164292"/>
                </a:lnTo>
                <a:cubicBezTo>
                  <a:pt x="129966" y="155099"/>
                  <a:pt x="132998" y="144391"/>
                  <a:pt x="132998" y="132998"/>
                </a:cubicBezTo>
                <a:cubicBezTo>
                  <a:pt x="132998" y="98428"/>
                  <a:pt x="104980" y="70411"/>
                  <a:pt x="70411" y="70411"/>
                </a:cubicBezTo>
                <a:cubicBezTo>
                  <a:pt x="67770" y="70411"/>
                  <a:pt x="65130" y="70557"/>
                  <a:pt x="62587" y="70900"/>
                </a:cubicBezTo>
                <a:lnTo>
                  <a:pt x="62587" y="46940"/>
                </a:lnTo>
                <a:close/>
                <a:moveTo>
                  <a:pt x="162825" y="219055"/>
                </a:moveTo>
                <a:cubicBezTo>
                  <a:pt x="160331" y="207223"/>
                  <a:pt x="154855" y="196514"/>
                  <a:pt x="147129" y="187762"/>
                </a:cubicBezTo>
                <a:lnTo>
                  <a:pt x="297290" y="187762"/>
                </a:lnTo>
                <a:cubicBezTo>
                  <a:pt x="297290" y="205022"/>
                  <a:pt x="283256" y="219055"/>
                  <a:pt x="265996" y="219055"/>
                </a:cubicBezTo>
                <a:lnTo>
                  <a:pt x="162825" y="219055"/>
                </a:lnTo>
                <a:close/>
                <a:moveTo>
                  <a:pt x="31294" y="132998"/>
                </a:moveTo>
                <a:cubicBezTo>
                  <a:pt x="31294" y="111409"/>
                  <a:pt x="48821" y="93881"/>
                  <a:pt x="70411" y="93881"/>
                </a:cubicBezTo>
                <a:cubicBezTo>
                  <a:pt x="92000" y="93881"/>
                  <a:pt x="109528" y="111409"/>
                  <a:pt x="109528" y="132998"/>
                </a:cubicBezTo>
                <a:cubicBezTo>
                  <a:pt x="109528" y="154587"/>
                  <a:pt x="92000" y="172115"/>
                  <a:pt x="70411" y="172115"/>
                </a:cubicBezTo>
                <a:cubicBezTo>
                  <a:pt x="48821" y="172115"/>
                  <a:pt x="31294" y="154587"/>
                  <a:pt x="31294" y="132998"/>
                </a:cubicBezTo>
                <a:close/>
                <a:moveTo>
                  <a:pt x="0" y="234702"/>
                </a:moveTo>
                <a:cubicBezTo>
                  <a:pt x="0" y="208787"/>
                  <a:pt x="21025" y="187762"/>
                  <a:pt x="46940" y="187762"/>
                </a:cubicBezTo>
                <a:lnTo>
                  <a:pt x="93881" y="187762"/>
                </a:lnTo>
                <a:cubicBezTo>
                  <a:pt x="119796" y="187762"/>
                  <a:pt x="140821" y="208787"/>
                  <a:pt x="140821" y="234702"/>
                </a:cubicBezTo>
                <a:cubicBezTo>
                  <a:pt x="140821" y="243357"/>
                  <a:pt x="133829" y="250349"/>
                  <a:pt x="125175" y="250349"/>
                </a:cubicBezTo>
                <a:lnTo>
                  <a:pt x="15647" y="250349"/>
                </a:lnTo>
                <a:cubicBezTo>
                  <a:pt x="6992" y="250349"/>
                  <a:pt x="0" y="243357"/>
                  <a:pt x="0" y="234702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9137611" y="2194727"/>
            <a:ext cx="2511836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Faculty</a:t>
            </a:r>
            <a:endParaRPr sz="1600" b="0" i="0" u="none" strike="noStrike" cap="none"/>
          </a:p>
        </p:txBody>
      </p:sp>
      <p:sp>
        <p:nvSpPr>
          <p:cNvPr id="137" name="Google Shape;137;p6"/>
          <p:cNvSpPr/>
          <p:nvPr/>
        </p:nvSpPr>
        <p:spPr>
          <a:xfrm>
            <a:off x="9141783" y="2395006"/>
            <a:ext cx="2503491" cy="16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Campus services</a:t>
            </a:r>
            <a:endParaRPr sz="1600" b="0" i="0" u="none" strike="noStrike" cap="none"/>
          </a:p>
        </p:txBody>
      </p:sp>
      <p:sp>
        <p:nvSpPr>
          <p:cNvPr id="138" name="Google Shape;138;p6"/>
          <p:cNvSpPr/>
          <p:nvPr/>
        </p:nvSpPr>
        <p:spPr>
          <a:xfrm>
            <a:off x="6322618" y="2762185"/>
            <a:ext cx="2645355" cy="884567"/>
          </a:xfrm>
          <a:custGeom>
            <a:avLst/>
            <a:gdLst/>
            <a:ahLst/>
            <a:cxnLst/>
            <a:rect l="l" t="t" r="r" b="b"/>
            <a:pathLst>
              <a:path w="2645355" h="884567" extrusionOk="0">
                <a:moveTo>
                  <a:pt x="66758" y="0"/>
                </a:moveTo>
                <a:lnTo>
                  <a:pt x="2578597" y="0"/>
                </a:lnTo>
                <a:cubicBezTo>
                  <a:pt x="2615467" y="0"/>
                  <a:pt x="2645355" y="29889"/>
                  <a:pt x="2645355" y="66758"/>
                </a:cubicBezTo>
                <a:lnTo>
                  <a:pt x="2645355" y="817808"/>
                </a:lnTo>
                <a:cubicBezTo>
                  <a:pt x="2645355" y="854678"/>
                  <a:pt x="2615467" y="884567"/>
                  <a:pt x="2578597" y="884567"/>
                </a:cubicBezTo>
                <a:lnTo>
                  <a:pt x="66758" y="884567"/>
                </a:lnTo>
                <a:cubicBezTo>
                  <a:pt x="29889" y="884567"/>
                  <a:pt x="0" y="854678"/>
                  <a:pt x="0" y="817808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539158" y="2862324"/>
            <a:ext cx="219055" cy="250349"/>
          </a:xfrm>
          <a:custGeom>
            <a:avLst/>
            <a:gdLst/>
            <a:ahLst/>
            <a:cxnLst/>
            <a:rect l="l" t="t" r="r" b="b"/>
            <a:pathLst>
              <a:path w="219055" h="250349" extrusionOk="0">
                <a:moveTo>
                  <a:pt x="109528" y="121263"/>
                </a:moveTo>
                <a:cubicBezTo>
                  <a:pt x="77144" y="121263"/>
                  <a:pt x="50852" y="94971"/>
                  <a:pt x="50852" y="62587"/>
                </a:cubicBezTo>
                <a:cubicBezTo>
                  <a:pt x="50852" y="30203"/>
                  <a:pt x="77144" y="3912"/>
                  <a:pt x="109528" y="3912"/>
                </a:cubicBezTo>
                <a:cubicBezTo>
                  <a:pt x="141912" y="3912"/>
                  <a:pt x="168203" y="30203"/>
                  <a:pt x="168203" y="62587"/>
                </a:cubicBezTo>
                <a:cubicBezTo>
                  <a:pt x="168203" y="94971"/>
                  <a:pt x="141912" y="121263"/>
                  <a:pt x="109528" y="121263"/>
                </a:cubicBezTo>
                <a:close/>
                <a:moveTo>
                  <a:pt x="94614" y="148645"/>
                </a:moveTo>
                <a:lnTo>
                  <a:pt x="124441" y="148645"/>
                </a:lnTo>
                <a:cubicBezTo>
                  <a:pt x="129184" y="148645"/>
                  <a:pt x="132998" y="152459"/>
                  <a:pt x="132998" y="157202"/>
                </a:cubicBezTo>
                <a:cubicBezTo>
                  <a:pt x="132998" y="159255"/>
                  <a:pt x="132265" y="161211"/>
                  <a:pt x="130944" y="162776"/>
                </a:cubicBezTo>
                <a:lnTo>
                  <a:pt x="117547" y="178423"/>
                </a:lnTo>
                <a:lnTo>
                  <a:pt x="132705" y="234702"/>
                </a:lnTo>
                <a:lnTo>
                  <a:pt x="132998" y="234702"/>
                </a:lnTo>
                <a:lnTo>
                  <a:pt x="149916" y="166981"/>
                </a:lnTo>
                <a:cubicBezTo>
                  <a:pt x="150992" y="162727"/>
                  <a:pt x="155344" y="160135"/>
                  <a:pt x="159451" y="161700"/>
                </a:cubicBezTo>
                <a:cubicBezTo>
                  <a:pt x="189718" y="173240"/>
                  <a:pt x="211232" y="202577"/>
                  <a:pt x="211232" y="236903"/>
                </a:cubicBezTo>
                <a:cubicBezTo>
                  <a:pt x="211232" y="244286"/>
                  <a:pt x="205218" y="250300"/>
                  <a:pt x="197834" y="250300"/>
                </a:cubicBezTo>
                <a:lnTo>
                  <a:pt x="21221" y="250349"/>
                </a:lnTo>
                <a:cubicBezTo>
                  <a:pt x="13838" y="250349"/>
                  <a:pt x="7823" y="244335"/>
                  <a:pt x="7823" y="236951"/>
                </a:cubicBezTo>
                <a:cubicBezTo>
                  <a:pt x="7823" y="202626"/>
                  <a:pt x="29338" y="173289"/>
                  <a:pt x="59605" y="161749"/>
                </a:cubicBezTo>
                <a:cubicBezTo>
                  <a:pt x="63712" y="160184"/>
                  <a:pt x="68064" y="162776"/>
                  <a:pt x="69139" y="167030"/>
                </a:cubicBezTo>
                <a:lnTo>
                  <a:pt x="86057" y="234751"/>
                </a:lnTo>
                <a:lnTo>
                  <a:pt x="86351" y="234751"/>
                </a:lnTo>
                <a:lnTo>
                  <a:pt x="101509" y="178472"/>
                </a:lnTo>
                <a:lnTo>
                  <a:pt x="88111" y="162825"/>
                </a:lnTo>
                <a:cubicBezTo>
                  <a:pt x="86791" y="161260"/>
                  <a:pt x="86057" y="159304"/>
                  <a:pt x="86057" y="157251"/>
                </a:cubicBezTo>
                <a:cubicBezTo>
                  <a:pt x="86057" y="152508"/>
                  <a:pt x="89871" y="148694"/>
                  <a:pt x="94614" y="148694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389378" y="3179433"/>
            <a:ext cx="2511836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Staff</a:t>
            </a:r>
            <a:endParaRPr sz="1600" b="0" i="0" u="none" strike="noStrike" cap="none"/>
          </a:p>
        </p:txBody>
      </p:sp>
      <p:sp>
        <p:nvSpPr>
          <p:cNvPr id="141" name="Google Shape;141;p6"/>
          <p:cNvSpPr/>
          <p:nvPr/>
        </p:nvSpPr>
        <p:spPr>
          <a:xfrm>
            <a:off x="6393550" y="3379713"/>
            <a:ext cx="2503491" cy="16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Facilities, events</a:t>
            </a:r>
            <a:endParaRPr sz="1600" b="0" i="0" u="none" strike="noStrike" cap="none"/>
          </a:p>
        </p:txBody>
      </p:sp>
      <p:sp>
        <p:nvSpPr>
          <p:cNvPr id="142" name="Google Shape;142;p6"/>
          <p:cNvSpPr/>
          <p:nvPr/>
        </p:nvSpPr>
        <p:spPr>
          <a:xfrm>
            <a:off x="9070851" y="2762185"/>
            <a:ext cx="2645355" cy="884567"/>
          </a:xfrm>
          <a:custGeom>
            <a:avLst/>
            <a:gdLst/>
            <a:ahLst/>
            <a:cxnLst/>
            <a:rect l="l" t="t" r="r" b="b"/>
            <a:pathLst>
              <a:path w="2645355" h="884567" extrusionOk="0">
                <a:moveTo>
                  <a:pt x="66758" y="0"/>
                </a:moveTo>
                <a:lnTo>
                  <a:pt x="2578597" y="0"/>
                </a:lnTo>
                <a:cubicBezTo>
                  <a:pt x="2615467" y="0"/>
                  <a:pt x="2645355" y="29889"/>
                  <a:pt x="2645355" y="66758"/>
                </a:cubicBezTo>
                <a:lnTo>
                  <a:pt x="2645355" y="817808"/>
                </a:lnTo>
                <a:cubicBezTo>
                  <a:pt x="2645355" y="854678"/>
                  <a:pt x="2615467" y="884567"/>
                  <a:pt x="2578597" y="884567"/>
                </a:cubicBezTo>
                <a:lnTo>
                  <a:pt x="66758" y="884567"/>
                </a:lnTo>
                <a:cubicBezTo>
                  <a:pt x="29889" y="884567"/>
                  <a:pt x="0" y="854678"/>
                  <a:pt x="0" y="817808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0271875" y="2862324"/>
            <a:ext cx="250349" cy="250349"/>
          </a:xfrm>
          <a:custGeom>
            <a:avLst/>
            <a:gdLst/>
            <a:ahLst/>
            <a:cxnLst/>
            <a:rect l="l" t="t" r="r" b="b"/>
            <a:pathLst>
              <a:path w="250349" h="250349" extrusionOk="0">
                <a:moveTo>
                  <a:pt x="172066" y="136910"/>
                </a:moveTo>
                <a:lnTo>
                  <a:pt x="78723" y="136910"/>
                </a:lnTo>
                <a:cubicBezTo>
                  <a:pt x="80141" y="168448"/>
                  <a:pt x="87133" y="197492"/>
                  <a:pt x="97059" y="218762"/>
                </a:cubicBezTo>
                <a:cubicBezTo>
                  <a:pt x="102633" y="230742"/>
                  <a:pt x="108648" y="239201"/>
                  <a:pt x="114222" y="244384"/>
                </a:cubicBezTo>
                <a:cubicBezTo>
                  <a:pt x="119698" y="249518"/>
                  <a:pt x="123463" y="250349"/>
                  <a:pt x="125419" y="250349"/>
                </a:cubicBezTo>
                <a:cubicBezTo>
                  <a:pt x="127375" y="250349"/>
                  <a:pt x="131140" y="249518"/>
                  <a:pt x="136616" y="244384"/>
                </a:cubicBezTo>
                <a:cubicBezTo>
                  <a:pt x="142190" y="239201"/>
                  <a:pt x="148205" y="230693"/>
                  <a:pt x="153779" y="218762"/>
                </a:cubicBezTo>
                <a:cubicBezTo>
                  <a:pt x="163705" y="197492"/>
                  <a:pt x="170697" y="168448"/>
                  <a:pt x="172115" y="136910"/>
                </a:cubicBezTo>
                <a:close/>
                <a:moveTo>
                  <a:pt x="78674" y="113439"/>
                </a:moveTo>
                <a:lnTo>
                  <a:pt x="172017" y="113439"/>
                </a:lnTo>
                <a:cubicBezTo>
                  <a:pt x="170648" y="81901"/>
                  <a:pt x="163656" y="52857"/>
                  <a:pt x="153730" y="31587"/>
                </a:cubicBezTo>
                <a:cubicBezTo>
                  <a:pt x="148156" y="19656"/>
                  <a:pt x="142142" y="11148"/>
                  <a:pt x="136567" y="5965"/>
                </a:cubicBezTo>
                <a:cubicBezTo>
                  <a:pt x="131091" y="831"/>
                  <a:pt x="127326" y="0"/>
                  <a:pt x="125370" y="0"/>
                </a:cubicBezTo>
                <a:cubicBezTo>
                  <a:pt x="123414" y="0"/>
                  <a:pt x="119649" y="831"/>
                  <a:pt x="114173" y="5965"/>
                </a:cubicBezTo>
                <a:cubicBezTo>
                  <a:pt x="108599" y="11148"/>
                  <a:pt x="102584" y="19656"/>
                  <a:pt x="97010" y="31587"/>
                </a:cubicBezTo>
                <a:cubicBezTo>
                  <a:pt x="87084" y="52857"/>
                  <a:pt x="80092" y="81901"/>
                  <a:pt x="78674" y="113439"/>
                </a:cubicBezTo>
                <a:close/>
                <a:moveTo>
                  <a:pt x="55204" y="113439"/>
                </a:moveTo>
                <a:cubicBezTo>
                  <a:pt x="56915" y="71584"/>
                  <a:pt x="67721" y="32712"/>
                  <a:pt x="83515" y="7188"/>
                </a:cubicBezTo>
                <a:cubicBezTo>
                  <a:pt x="38481" y="23128"/>
                  <a:pt x="5330" y="64152"/>
                  <a:pt x="733" y="113439"/>
                </a:cubicBezTo>
                <a:lnTo>
                  <a:pt x="55204" y="113439"/>
                </a:lnTo>
                <a:close/>
                <a:moveTo>
                  <a:pt x="733" y="136910"/>
                </a:moveTo>
                <a:cubicBezTo>
                  <a:pt x="5330" y="186197"/>
                  <a:pt x="38481" y="227221"/>
                  <a:pt x="83515" y="243161"/>
                </a:cubicBezTo>
                <a:cubicBezTo>
                  <a:pt x="67721" y="217637"/>
                  <a:pt x="56915" y="178765"/>
                  <a:pt x="55204" y="136910"/>
                </a:cubicBezTo>
                <a:lnTo>
                  <a:pt x="733" y="136910"/>
                </a:lnTo>
                <a:close/>
                <a:moveTo>
                  <a:pt x="195536" y="136910"/>
                </a:moveTo>
                <a:cubicBezTo>
                  <a:pt x="193825" y="178765"/>
                  <a:pt x="183019" y="217637"/>
                  <a:pt x="167225" y="243161"/>
                </a:cubicBezTo>
                <a:cubicBezTo>
                  <a:pt x="212259" y="227172"/>
                  <a:pt x="245411" y="186197"/>
                  <a:pt x="250007" y="136910"/>
                </a:cubicBezTo>
                <a:lnTo>
                  <a:pt x="195536" y="136910"/>
                </a:lnTo>
                <a:close/>
                <a:moveTo>
                  <a:pt x="250007" y="113439"/>
                </a:moveTo>
                <a:cubicBezTo>
                  <a:pt x="245411" y="64152"/>
                  <a:pt x="212259" y="23128"/>
                  <a:pt x="167225" y="7188"/>
                </a:cubicBezTo>
                <a:cubicBezTo>
                  <a:pt x="183019" y="32712"/>
                  <a:pt x="193825" y="71584"/>
                  <a:pt x="195536" y="113439"/>
                </a:cubicBezTo>
                <a:lnTo>
                  <a:pt x="250007" y="11343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9137611" y="3179433"/>
            <a:ext cx="2511836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Visitors</a:t>
            </a:r>
            <a:endParaRPr sz="1600" b="0" i="0" u="none" strike="noStrike" cap="none"/>
          </a:p>
        </p:txBody>
      </p:sp>
      <p:sp>
        <p:nvSpPr>
          <p:cNvPr id="145" name="Google Shape;145;p6"/>
          <p:cNvSpPr/>
          <p:nvPr/>
        </p:nvSpPr>
        <p:spPr>
          <a:xfrm>
            <a:off x="9141783" y="3379713"/>
            <a:ext cx="2503491" cy="16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General inquiries</a:t>
            </a:r>
            <a:endParaRPr sz="1600" b="0" i="0" u="none" strike="noStrike" cap="none"/>
          </a:p>
        </p:txBody>
      </p:sp>
      <p:sp>
        <p:nvSpPr>
          <p:cNvPr id="146" name="Google Shape;146;p6"/>
          <p:cNvSpPr/>
          <p:nvPr/>
        </p:nvSpPr>
        <p:spPr>
          <a:xfrm>
            <a:off x="6184926" y="3892928"/>
            <a:ext cx="5674579" cy="2244797"/>
          </a:xfrm>
          <a:custGeom>
            <a:avLst/>
            <a:gdLst/>
            <a:ahLst/>
            <a:cxnLst/>
            <a:rect l="l" t="t" r="r" b="b"/>
            <a:pathLst>
              <a:path w="5674579" h="2244797" extrusionOk="0">
                <a:moveTo>
                  <a:pt x="66760" y="0"/>
                </a:moveTo>
                <a:lnTo>
                  <a:pt x="5607819" y="0"/>
                </a:lnTo>
                <a:cubicBezTo>
                  <a:pt x="5644665" y="0"/>
                  <a:pt x="5674579" y="29914"/>
                  <a:pt x="5674579" y="66760"/>
                </a:cubicBezTo>
                <a:lnTo>
                  <a:pt x="5674579" y="2178036"/>
                </a:lnTo>
                <a:cubicBezTo>
                  <a:pt x="5674579" y="2214882"/>
                  <a:pt x="5644665" y="2244797"/>
                  <a:pt x="5607819" y="2244797"/>
                </a:cubicBezTo>
                <a:lnTo>
                  <a:pt x="66760" y="2244797"/>
                </a:lnTo>
                <a:cubicBezTo>
                  <a:pt x="29914" y="2244797"/>
                  <a:pt x="0" y="2214882"/>
                  <a:pt x="0" y="2178036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322618" y="4030620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 extrusionOk="0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397723" y="4122415"/>
            <a:ext cx="187762" cy="150209"/>
          </a:xfrm>
          <a:custGeom>
            <a:avLst/>
            <a:gdLst/>
            <a:ahLst/>
            <a:cxnLst/>
            <a:rect l="l" t="t" r="r" b="b"/>
            <a:pathLst>
              <a:path w="187762" h="150209" extrusionOk="0">
                <a:moveTo>
                  <a:pt x="122016" y="61756"/>
                </a:moveTo>
                <a:cubicBezTo>
                  <a:pt x="125595" y="60788"/>
                  <a:pt x="129350" y="62489"/>
                  <a:pt x="130964" y="65805"/>
                </a:cubicBezTo>
                <a:lnTo>
                  <a:pt x="136421" y="76836"/>
                </a:lnTo>
                <a:cubicBezTo>
                  <a:pt x="139442" y="77246"/>
                  <a:pt x="142406" y="78068"/>
                  <a:pt x="145193" y="79212"/>
                </a:cubicBezTo>
                <a:lnTo>
                  <a:pt x="155461" y="72376"/>
                </a:lnTo>
                <a:cubicBezTo>
                  <a:pt x="158541" y="70323"/>
                  <a:pt x="162619" y="70733"/>
                  <a:pt x="165230" y="73344"/>
                </a:cubicBezTo>
                <a:lnTo>
                  <a:pt x="170863" y="78977"/>
                </a:lnTo>
                <a:cubicBezTo>
                  <a:pt x="173474" y="81588"/>
                  <a:pt x="173885" y="85696"/>
                  <a:pt x="171831" y="88747"/>
                </a:cubicBezTo>
                <a:lnTo>
                  <a:pt x="164996" y="98986"/>
                </a:lnTo>
                <a:cubicBezTo>
                  <a:pt x="165553" y="100365"/>
                  <a:pt x="166052" y="101802"/>
                  <a:pt x="166463" y="103298"/>
                </a:cubicBezTo>
                <a:cubicBezTo>
                  <a:pt x="166873" y="104795"/>
                  <a:pt x="167137" y="106261"/>
                  <a:pt x="167343" y="107758"/>
                </a:cubicBezTo>
                <a:lnTo>
                  <a:pt x="178403" y="113215"/>
                </a:lnTo>
                <a:cubicBezTo>
                  <a:pt x="181718" y="114857"/>
                  <a:pt x="183420" y="118613"/>
                  <a:pt x="182452" y="122163"/>
                </a:cubicBezTo>
                <a:lnTo>
                  <a:pt x="180398" y="129849"/>
                </a:lnTo>
                <a:cubicBezTo>
                  <a:pt x="179430" y="133399"/>
                  <a:pt x="176115" y="135805"/>
                  <a:pt x="172418" y="135570"/>
                </a:cubicBezTo>
                <a:lnTo>
                  <a:pt x="160096" y="134778"/>
                </a:lnTo>
                <a:cubicBezTo>
                  <a:pt x="158248" y="137154"/>
                  <a:pt x="156106" y="139354"/>
                  <a:pt x="153671" y="141232"/>
                </a:cubicBezTo>
                <a:lnTo>
                  <a:pt x="154463" y="153525"/>
                </a:lnTo>
                <a:cubicBezTo>
                  <a:pt x="154698" y="157221"/>
                  <a:pt x="152292" y="160566"/>
                  <a:pt x="148743" y="161504"/>
                </a:cubicBezTo>
                <a:lnTo>
                  <a:pt x="141056" y="163558"/>
                </a:lnTo>
                <a:cubicBezTo>
                  <a:pt x="137477" y="164526"/>
                  <a:pt x="133751" y="162825"/>
                  <a:pt x="132108" y="159510"/>
                </a:cubicBezTo>
                <a:lnTo>
                  <a:pt x="126651" y="148479"/>
                </a:lnTo>
                <a:cubicBezTo>
                  <a:pt x="123629" y="148068"/>
                  <a:pt x="120666" y="147246"/>
                  <a:pt x="117879" y="146102"/>
                </a:cubicBezTo>
                <a:lnTo>
                  <a:pt x="107611" y="152938"/>
                </a:lnTo>
                <a:cubicBezTo>
                  <a:pt x="104531" y="154992"/>
                  <a:pt x="100453" y="154581"/>
                  <a:pt x="97842" y="151970"/>
                </a:cubicBezTo>
                <a:lnTo>
                  <a:pt x="92209" y="146337"/>
                </a:lnTo>
                <a:cubicBezTo>
                  <a:pt x="89598" y="143726"/>
                  <a:pt x="89187" y="139648"/>
                  <a:pt x="91241" y="136567"/>
                </a:cubicBezTo>
                <a:lnTo>
                  <a:pt x="98076" y="126299"/>
                </a:lnTo>
                <a:cubicBezTo>
                  <a:pt x="97519" y="124920"/>
                  <a:pt x="97020" y="123483"/>
                  <a:pt x="96609" y="121986"/>
                </a:cubicBezTo>
                <a:cubicBezTo>
                  <a:pt x="96199" y="120490"/>
                  <a:pt x="95935" y="118994"/>
                  <a:pt x="95729" y="117527"/>
                </a:cubicBezTo>
                <a:lnTo>
                  <a:pt x="84669" y="112070"/>
                </a:lnTo>
                <a:cubicBezTo>
                  <a:pt x="81354" y="110427"/>
                  <a:pt x="79681" y="106672"/>
                  <a:pt x="80620" y="103122"/>
                </a:cubicBezTo>
                <a:lnTo>
                  <a:pt x="82674" y="95436"/>
                </a:lnTo>
                <a:cubicBezTo>
                  <a:pt x="83642" y="91886"/>
                  <a:pt x="86957" y="89480"/>
                  <a:pt x="90654" y="89715"/>
                </a:cubicBezTo>
                <a:lnTo>
                  <a:pt x="102946" y="90507"/>
                </a:lnTo>
                <a:cubicBezTo>
                  <a:pt x="104795" y="88131"/>
                  <a:pt x="106936" y="85930"/>
                  <a:pt x="109371" y="84053"/>
                </a:cubicBezTo>
                <a:lnTo>
                  <a:pt x="108579" y="71790"/>
                </a:lnTo>
                <a:cubicBezTo>
                  <a:pt x="108344" y="68093"/>
                  <a:pt x="110750" y="64748"/>
                  <a:pt x="114300" y="63810"/>
                </a:cubicBezTo>
                <a:lnTo>
                  <a:pt x="121986" y="61756"/>
                </a:lnTo>
                <a:close/>
                <a:moveTo>
                  <a:pt x="131551" y="99748"/>
                </a:moveTo>
                <a:cubicBezTo>
                  <a:pt x="124426" y="99757"/>
                  <a:pt x="118649" y="105547"/>
                  <a:pt x="118657" y="112672"/>
                </a:cubicBezTo>
                <a:cubicBezTo>
                  <a:pt x="118665" y="119796"/>
                  <a:pt x="124455" y="125574"/>
                  <a:pt x="131580" y="125566"/>
                </a:cubicBezTo>
                <a:cubicBezTo>
                  <a:pt x="138704" y="125558"/>
                  <a:pt x="144482" y="119767"/>
                  <a:pt x="144474" y="112642"/>
                </a:cubicBezTo>
                <a:cubicBezTo>
                  <a:pt x="144466" y="105518"/>
                  <a:pt x="138675" y="99740"/>
                  <a:pt x="131551" y="99748"/>
                </a:cubicBezTo>
                <a:close/>
                <a:moveTo>
                  <a:pt x="65981" y="-13349"/>
                </a:moveTo>
                <a:lnTo>
                  <a:pt x="73667" y="-11295"/>
                </a:lnTo>
                <a:cubicBezTo>
                  <a:pt x="77217" y="-10327"/>
                  <a:pt x="79623" y="-6982"/>
                  <a:pt x="79388" y="-3315"/>
                </a:cubicBezTo>
                <a:lnTo>
                  <a:pt x="78596" y="8948"/>
                </a:lnTo>
                <a:cubicBezTo>
                  <a:pt x="81031" y="10826"/>
                  <a:pt x="83173" y="12997"/>
                  <a:pt x="85021" y="15402"/>
                </a:cubicBezTo>
                <a:lnTo>
                  <a:pt x="97343" y="14610"/>
                </a:lnTo>
                <a:cubicBezTo>
                  <a:pt x="101010" y="14376"/>
                  <a:pt x="104354" y="16781"/>
                  <a:pt x="105323" y="20331"/>
                </a:cubicBezTo>
                <a:lnTo>
                  <a:pt x="107376" y="28018"/>
                </a:lnTo>
                <a:cubicBezTo>
                  <a:pt x="108315" y="31567"/>
                  <a:pt x="106643" y="35323"/>
                  <a:pt x="103328" y="36966"/>
                </a:cubicBezTo>
                <a:lnTo>
                  <a:pt x="92267" y="42422"/>
                </a:lnTo>
                <a:cubicBezTo>
                  <a:pt x="92062" y="43919"/>
                  <a:pt x="91769" y="45415"/>
                  <a:pt x="91387" y="46882"/>
                </a:cubicBezTo>
                <a:cubicBezTo>
                  <a:pt x="91006" y="48349"/>
                  <a:pt x="90478" y="49816"/>
                  <a:pt x="89920" y="51194"/>
                </a:cubicBezTo>
                <a:lnTo>
                  <a:pt x="96756" y="61463"/>
                </a:lnTo>
                <a:cubicBezTo>
                  <a:pt x="98810" y="64543"/>
                  <a:pt x="98399" y="68621"/>
                  <a:pt x="95788" y="71232"/>
                </a:cubicBezTo>
                <a:lnTo>
                  <a:pt x="90155" y="76865"/>
                </a:lnTo>
                <a:cubicBezTo>
                  <a:pt x="87544" y="79476"/>
                  <a:pt x="83466" y="79887"/>
                  <a:pt x="80386" y="77833"/>
                </a:cubicBezTo>
                <a:lnTo>
                  <a:pt x="70117" y="70997"/>
                </a:lnTo>
                <a:cubicBezTo>
                  <a:pt x="67330" y="72142"/>
                  <a:pt x="64367" y="72963"/>
                  <a:pt x="61345" y="73374"/>
                </a:cubicBezTo>
                <a:lnTo>
                  <a:pt x="55888" y="84405"/>
                </a:lnTo>
                <a:cubicBezTo>
                  <a:pt x="54246" y="87720"/>
                  <a:pt x="50490" y="89392"/>
                  <a:pt x="46940" y="88453"/>
                </a:cubicBezTo>
                <a:lnTo>
                  <a:pt x="39254" y="86400"/>
                </a:lnTo>
                <a:cubicBezTo>
                  <a:pt x="35675" y="85432"/>
                  <a:pt x="33298" y="82087"/>
                  <a:pt x="33533" y="78420"/>
                </a:cubicBezTo>
                <a:lnTo>
                  <a:pt x="34325" y="66127"/>
                </a:lnTo>
                <a:cubicBezTo>
                  <a:pt x="31890" y="64250"/>
                  <a:pt x="29749" y="62079"/>
                  <a:pt x="27900" y="59673"/>
                </a:cubicBezTo>
                <a:lnTo>
                  <a:pt x="15578" y="60465"/>
                </a:lnTo>
                <a:cubicBezTo>
                  <a:pt x="11911" y="60700"/>
                  <a:pt x="8567" y="58294"/>
                  <a:pt x="7598" y="54744"/>
                </a:cubicBezTo>
                <a:lnTo>
                  <a:pt x="5545" y="47058"/>
                </a:lnTo>
                <a:cubicBezTo>
                  <a:pt x="4606" y="43508"/>
                  <a:pt x="6278" y="39753"/>
                  <a:pt x="9593" y="38110"/>
                </a:cubicBezTo>
                <a:lnTo>
                  <a:pt x="20654" y="32653"/>
                </a:lnTo>
                <a:cubicBezTo>
                  <a:pt x="20859" y="31157"/>
                  <a:pt x="21153" y="29690"/>
                  <a:pt x="21534" y="28194"/>
                </a:cubicBezTo>
                <a:cubicBezTo>
                  <a:pt x="21945" y="26697"/>
                  <a:pt x="22414" y="25260"/>
                  <a:pt x="23001" y="23881"/>
                </a:cubicBezTo>
                <a:lnTo>
                  <a:pt x="16165" y="13642"/>
                </a:lnTo>
                <a:cubicBezTo>
                  <a:pt x="14111" y="10562"/>
                  <a:pt x="14522" y="6484"/>
                  <a:pt x="17133" y="3873"/>
                </a:cubicBezTo>
                <a:lnTo>
                  <a:pt x="22766" y="-1760"/>
                </a:lnTo>
                <a:cubicBezTo>
                  <a:pt x="25377" y="-4371"/>
                  <a:pt x="29455" y="-4782"/>
                  <a:pt x="32536" y="-2728"/>
                </a:cubicBezTo>
                <a:lnTo>
                  <a:pt x="42804" y="4107"/>
                </a:lnTo>
                <a:cubicBezTo>
                  <a:pt x="45591" y="2963"/>
                  <a:pt x="48554" y="2142"/>
                  <a:pt x="51576" y="1731"/>
                </a:cubicBezTo>
                <a:lnTo>
                  <a:pt x="57033" y="-9300"/>
                </a:lnTo>
                <a:cubicBezTo>
                  <a:pt x="58676" y="-12615"/>
                  <a:pt x="62401" y="-14287"/>
                  <a:pt x="65981" y="-13349"/>
                </a:cubicBezTo>
                <a:close/>
                <a:moveTo>
                  <a:pt x="56446" y="24644"/>
                </a:moveTo>
                <a:cubicBezTo>
                  <a:pt x="49321" y="24644"/>
                  <a:pt x="43537" y="30428"/>
                  <a:pt x="43537" y="37552"/>
                </a:cubicBezTo>
                <a:cubicBezTo>
                  <a:pt x="43537" y="44677"/>
                  <a:pt x="49321" y="50461"/>
                  <a:pt x="56446" y="50461"/>
                </a:cubicBezTo>
                <a:cubicBezTo>
                  <a:pt x="63570" y="50461"/>
                  <a:pt x="69355" y="44677"/>
                  <a:pt x="69355" y="37552"/>
                </a:cubicBezTo>
                <a:cubicBezTo>
                  <a:pt x="69355" y="30428"/>
                  <a:pt x="63570" y="24644"/>
                  <a:pt x="56446" y="24644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756556" y="4080690"/>
            <a:ext cx="1109881" cy="2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Project Scope</a:t>
            </a:r>
            <a:endParaRPr sz="1600" b="0" i="0" u="none" strike="noStrike" cap="none"/>
          </a:p>
        </p:txBody>
      </p:sp>
      <p:sp>
        <p:nvSpPr>
          <p:cNvPr id="150" name="Google Shape;150;p6"/>
          <p:cNvSpPr/>
          <p:nvPr/>
        </p:nvSpPr>
        <p:spPr>
          <a:xfrm>
            <a:off x="6322618" y="4464559"/>
            <a:ext cx="5399195" cy="333799"/>
          </a:xfrm>
          <a:custGeom>
            <a:avLst/>
            <a:gdLst/>
            <a:ahLst/>
            <a:cxnLst/>
            <a:rect l="l" t="t" r="r" b="b"/>
            <a:pathLst>
              <a:path w="5399195" h="333799" extrusionOk="0">
                <a:moveTo>
                  <a:pt x="33380" y="0"/>
                </a:moveTo>
                <a:lnTo>
                  <a:pt x="5365815" y="0"/>
                </a:lnTo>
                <a:cubicBezTo>
                  <a:pt x="5384250" y="0"/>
                  <a:pt x="5399195" y="14945"/>
                  <a:pt x="5399195" y="33380"/>
                </a:cubicBezTo>
                <a:lnTo>
                  <a:pt x="5399195" y="300419"/>
                </a:lnTo>
                <a:cubicBezTo>
                  <a:pt x="5399195" y="318854"/>
                  <a:pt x="5384250" y="333799"/>
                  <a:pt x="5365815" y="333799"/>
                </a:cubicBezTo>
                <a:lnTo>
                  <a:pt x="33380" y="333799"/>
                </a:lnTo>
                <a:cubicBezTo>
                  <a:pt x="14957" y="333799"/>
                  <a:pt x="0" y="318842"/>
                  <a:pt x="0" y="30041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389378" y="4531318"/>
            <a:ext cx="1076501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Development</a:t>
            </a:r>
            <a:endParaRPr sz="1600" b="0" i="0" u="none" strike="noStrike" cap="none"/>
          </a:p>
        </p:txBody>
      </p:sp>
      <p:sp>
        <p:nvSpPr>
          <p:cNvPr id="152" name="Google Shape;152;p6"/>
          <p:cNvSpPr/>
          <p:nvPr/>
        </p:nvSpPr>
        <p:spPr>
          <a:xfrm>
            <a:off x="11088508" y="4531318"/>
            <a:ext cx="634218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</a:t>
            </a:r>
            <a:endParaRPr sz="1600" b="0" i="0" u="none" strike="noStrike" cap="none"/>
          </a:p>
        </p:txBody>
      </p:sp>
      <p:sp>
        <p:nvSpPr>
          <p:cNvPr id="153" name="Google Shape;153;p6"/>
          <p:cNvSpPr/>
          <p:nvPr/>
        </p:nvSpPr>
        <p:spPr>
          <a:xfrm>
            <a:off x="6322618" y="4865117"/>
            <a:ext cx="5399195" cy="333799"/>
          </a:xfrm>
          <a:custGeom>
            <a:avLst/>
            <a:gdLst/>
            <a:ahLst/>
            <a:cxnLst/>
            <a:rect l="l" t="t" r="r" b="b"/>
            <a:pathLst>
              <a:path w="5399195" h="333799" extrusionOk="0">
                <a:moveTo>
                  <a:pt x="33380" y="0"/>
                </a:moveTo>
                <a:lnTo>
                  <a:pt x="5365815" y="0"/>
                </a:lnTo>
                <a:cubicBezTo>
                  <a:pt x="5384250" y="0"/>
                  <a:pt x="5399195" y="14945"/>
                  <a:pt x="5399195" y="33380"/>
                </a:cubicBezTo>
                <a:lnTo>
                  <a:pt x="5399195" y="300419"/>
                </a:lnTo>
                <a:cubicBezTo>
                  <a:pt x="5399195" y="318854"/>
                  <a:pt x="5384250" y="333799"/>
                  <a:pt x="5365815" y="333799"/>
                </a:cubicBezTo>
                <a:lnTo>
                  <a:pt x="33380" y="333799"/>
                </a:lnTo>
                <a:cubicBezTo>
                  <a:pt x="14957" y="333799"/>
                  <a:pt x="0" y="318842"/>
                  <a:pt x="0" y="30041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389378" y="4931877"/>
            <a:ext cx="1151606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Deployment</a:t>
            </a:r>
            <a:endParaRPr sz="1600" b="0" i="0" u="none" strike="noStrike" cap="none"/>
          </a:p>
        </p:txBody>
      </p:sp>
      <p:sp>
        <p:nvSpPr>
          <p:cNvPr id="155" name="Google Shape;155;p6"/>
          <p:cNvSpPr/>
          <p:nvPr/>
        </p:nvSpPr>
        <p:spPr>
          <a:xfrm>
            <a:off x="11088508" y="4931877"/>
            <a:ext cx="634218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</a:t>
            </a:r>
            <a:endParaRPr sz="1600" b="0" i="0" u="none" strike="noStrike" cap="none"/>
          </a:p>
        </p:txBody>
      </p:sp>
      <p:sp>
        <p:nvSpPr>
          <p:cNvPr id="156" name="Google Shape;156;p6"/>
          <p:cNvSpPr/>
          <p:nvPr/>
        </p:nvSpPr>
        <p:spPr>
          <a:xfrm>
            <a:off x="6322618" y="5265676"/>
            <a:ext cx="5399195" cy="333799"/>
          </a:xfrm>
          <a:custGeom>
            <a:avLst/>
            <a:gdLst/>
            <a:ahLst/>
            <a:cxnLst/>
            <a:rect l="l" t="t" r="r" b="b"/>
            <a:pathLst>
              <a:path w="5399195" h="333799" extrusionOk="0">
                <a:moveTo>
                  <a:pt x="33380" y="0"/>
                </a:moveTo>
                <a:lnTo>
                  <a:pt x="5365815" y="0"/>
                </a:lnTo>
                <a:cubicBezTo>
                  <a:pt x="5384250" y="0"/>
                  <a:pt x="5399195" y="14945"/>
                  <a:pt x="5399195" y="33380"/>
                </a:cubicBezTo>
                <a:lnTo>
                  <a:pt x="5399195" y="300419"/>
                </a:lnTo>
                <a:cubicBezTo>
                  <a:pt x="5399195" y="318854"/>
                  <a:pt x="5384250" y="333799"/>
                  <a:pt x="5365815" y="333799"/>
                </a:cubicBezTo>
                <a:lnTo>
                  <a:pt x="33380" y="333799"/>
                </a:lnTo>
                <a:cubicBezTo>
                  <a:pt x="14957" y="333799"/>
                  <a:pt x="0" y="318842"/>
                  <a:pt x="0" y="30041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389378" y="5332435"/>
            <a:ext cx="1260090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 Integration</a:t>
            </a:r>
            <a:endParaRPr sz="1600" b="0" i="0" u="none" strike="noStrike" cap="none"/>
          </a:p>
        </p:txBody>
      </p:sp>
      <p:sp>
        <p:nvSpPr>
          <p:cNvPr id="158" name="Google Shape;158;p6"/>
          <p:cNvSpPr/>
          <p:nvPr/>
        </p:nvSpPr>
        <p:spPr>
          <a:xfrm>
            <a:off x="11088508" y="5332435"/>
            <a:ext cx="634218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</a:t>
            </a:r>
            <a:endParaRPr sz="1600" b="0" i="0" u="none" strike="noStrike" cap="none"/>
          </a:p>
        </p:txBody>
      </p:sp>
      <p:sp>
        <p:nvSpPr>
          <p:cNvPr id="159" name="Google Shape;159;p6"/>
          <p:cNvSpPr/>
          <p:nvPr/>
        </p:nvSpPr>
        <p:spPr>
          <a:xfrm>
            <a:off x="6322618" y="5666234"/>
            <a:ext cx="5399195" cy="333799"/>
          </a:xfrm>
          <a:custGeom>
            <a:avLst/>
            <a:gdLst/>
            <a:ahLst/>
            <a:cxnLst/>
            <a:rect l="l" t="t" r="r" b="b"/>
            <a:pathLst>
              <a:path w="5399195" h="333799" extrusionOk="0">
                <a:moveTo>
                  <a:pt x="33380" y="0"/>
                </a:moveTo>
                <a:lnTo>
                  <a:pt x="5365815" y="0"/>
                </a:lnTo>
                <a:cubicBezTo>
                  <a:pt x="5384250" y="0"/>
                  <a:pt x="5399195" y="14945"/>
                  <a:pt x="5399195" y="33380"/>
                </a:cubicBezTo>
                <a:lnTo>
                  <a:pt x="5399195" y="300419"/>
                </a:lnTo>
                <a:cubicBezTo>
                  <a:pt x="5399195" y="318854"/>
                  <a:pt x="5384250" y="333799"/>
                  <a:pt x="5365815" y="333799"/>
                </a:cubicBezTo>
                <a:lnTo>
                  <a:pt x="33380" y="333799"/>
                </a:lnTo>
                <a:cubicBezTo>
                  <a:pt x="14957" y="333799"/>
                  <a:pt x="0" y="318842"/>
                  <a:pt x="0" y="30041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389378" y="5732994"/>
            <a:ext cx="1059811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Monitoring Setup</a:t>
            </a:r>
            <a:endParaRPr sz="1600" b="0" i="0" u="none" strike="noStrike" cap="none"/>
          </a:p>
        </p:txBody>
      </p:sp>
      <p:sp>
        <p:nvSpPr>
          <p:cNvPr id="161" name="Google Shape;161;p6"/>
          <p:cNvSpPr/>
          <p:nvPr/>
        </p:nvSpPr>
        <p:spPr>
          <a:xfrm>
            <a:off x="11088508" y="5732994"/>
            <a:ext cx="634218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</a:t>
            </a:r>
            <a:endParaRPr sz="1600" b="0" i="0" u="none" strike="noStrike" cap="none"/>
          </a:p>
        </p:txBody>
      </p:sp>
      <p:sp>
        <p:nvSpPr>
          <p:cNvPr id="162" name="Google Shape;162;p6"/>
          <p:cNvSpPr/>
          <p:nvPr/>
        </p:nvSpPr>
        <p:spPr>
          <a:xfrm>
            <a:off x="337971" y="6279589"/>
            <a:ext cx="11516057" cy="575803"/>
          </a:xfrm>
          <a:custGeom>
            <a:avLst/>
            <a:gdLst/>
            <a:ahLst/>
            <a:cxnLst/>
            <a:rect l="l" t="t" r="r" b="b"/>
            <a:pathLst>
              <a:path w="11516057" h="575803" extrusionOk="0">
                <a:moveTo>
                  <a:pt x="66759" y="0"/>
                </a:moveTo>
                <a:lnTo>
                  <a:pt x="11449299" y="0"/>
                </a:lnTo>
                <a:cubicBezTo>
                  <a:pt x="11486169" y="0"/>
                  <a:pt x="11516057" y="29889"/>
                  <a:pt x="11516057" y="66759"/>
                </a:cubicBezTo>
                <a:lnTo>
                  <a:pt x="11516057" y="509044"/>
                </a:lnTo>
                <a:cubicBezTo>
                  <a:pt x="11516057" y="545914"/>
                  <a:pt x="11486169" y="575803"/>
                  <a:pt x="11449299" y="575803"/>
                </a:cubicBezTo>
                <a:lnTo>
                  <a:pt x="66759" y="575803"/>
                </a:lnTo>
                <a:cubicBezTo>
                  <a:pt x="29914" y="575803"/>
                  <a:pt x="0" y="545889"/>
                  <a:pt x="0" y="509044"/>
                </a:cubicBezTo>
                <a:lnTo>
                  <a:pt x="0" y="66759"/>
                </a:lnTo>
                <a:cubicBezTo>
                  <a:pt x="0" y="29914"/>
                  <a:pt x="29914" y="0"/>
                  <a:pt x="66759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 cap="flat" cmpd="sng">
            <a:solidFill>
              <a:srgbClr val="38A3A5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67318" y="6467351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 extrusionOk="0">
                <a:moveTo>
                  <a:pt x="68025" y="155451"/>
                </a:moveTo>
                <a:cubicBezTo>
                  <a:pt x="68025" y="156233"/>
                  <a:pt x="67125" y="156859"/>
                  <a:pt x="65990" y="156859"/>
                </a:cubicBezTo>
                <a:cubicBezTo>
                  <a:pt x="64700" y="156977"/>
                  <a:pt x="63800" y="156351"/>
                  <a:pt x="63800" y="155451"/>
                </a:cubicBezTo>
                <a:cubicBezTo>
                  <a:pt x="63800" y="154669"/>
                  <a:pt x="64700" y="154043"/>
                  <a:pt x="65834" y="154043"/>
                </a:cubicBezTo>
                <a:cubicBezTo>
                  <a:pt x="67007" y="153926"/>
                  <a:pt x="68025" y="154551"/>
                  <a:pt x="68025" y="155451"/>
                </a:cubicBezTo>
                <a:close/>
                <a:moveTo>
                  <a:pt x="55859" y="153691"/>
                </a:moveTo>
                <a:cubicBezTo>
                  <a:pt x="55585" y="154473"/>
                  <a:pt x="56368" y="155373"/>
                  <a:pt x="57541" y="155608"/>
                </a:cubicBezTo>
                <a:cubicBezTo>
                  <a:pt x="58558" y="155999"/>
                  <a:pt x="59732" y="155608"/>
                  <a:pt x="59966" y="154825"/>
                </a:cubicBezTo>
                <a:cubicBezTo>
                  <a:pt x="60201" y="154043"/>
                  <a:pt x="59458" y="153143"/>
                  <a:pt x="58284" y="152791"/>
                </a:cubicBezTo>
                <a:cubicBezTo>
                  <a:pt x="57267" y="152517"/>
                  <a:pt x="56133" y="152909"/>
                  <a:pt x="55859" y="153691"/>
                </a:cubicBezTo>
                <a:close/>
                <a:moveTo>
                  <a:pt x="73149" y="153026"/>
                </a:moveTo>
                <a:cubicBezTo>
                  <a:pt x="72014" y="153300"/>
                  <a:pt x="71232" y="154043"/>
                  <a:pt x="71349" y="154943"/>
                </a:cubicBezTo>
                <a:cubicBezTo>
                  <a:pt x="71467" y="155725"/>
                  <a:pt x="72484" y="156233"/>
                  <a:pt x="73657" y="155960"/>
                </a:cubicBezTo>
                <a:cubicBezTo>
                  <a:pt x="74792" y="155686"/>
                  <a:pt x="75574" y="154943"/>
                  <a:pt x="75457" y="154160"/>
                </a:cubicBezTo>
                <a:cubicBezTo>
                  <a:pt x="75339" y="153417"/>
                  <a:pt x="74283" y="152909"/>
                  <a:pt x="73149" y="153026"/>
                </a:cubicBezTo>
                <a:close/>
                <a:moveTo>
                  <a:pt x="98888" y="3129"/>
                </a:moveTo>
                <a:cubicBezTo>
                  <a:pt x="44633" y="3129"/>
                  <a:pt x="3129" y="44320"/>
                  <a:pt x="3129" y="98575"/>
                </a:cubicBezTo>
                <a:cubicBezTo>
                  <a:pt x="3129" y="141956"/>
                  <a:pt x="30433" y="179078"/>
                  <a:pt x="69433" y="192143"/>
                </a:cubicBezTo>
                <a:cubicBezTo>
                  <a:pt x="74440" y="193043"/>
                  <a:pt x="76200" y="189952"/>
                  <a:pt x="76200" y="187410"/>
                </a:cubicBezTo>
                <a:cubicBezTo>
                  <a:pt x="76200" y="184984"/>
                  <a:pt x="76083" y="171606"/>
                  <a:pt x="76083" y="163392"/>
                </a:cubicBezTo>
                <a:cubicBezTo>
                  <a:pt x="76083" y="163392"/>
                  <a:pt x="48701" y="169259"/>
                  <a:pt x="42951" y="151735"/>
                </a:cubicBezTo>
                <a:cubicBezTo>
                  <a:pt x="42951" y="151735"/>
                  <a:pt x="38491" y="140352"/>
                  <a:pt x="32076" y="137418"/>
                </a:cubicBezTo>
                <a:cubicBezTo>
                  <a:pt x="32076" y="137418"/>
                  <a:pt x="23118" y="131277"/>
                  <a:pt x="32702" y="131394"/>
                </a:cubicBezTo>
                <a:cubicBezTo>
                  <a:pt x="32702" y="131394"/>
                  <a:pt x="42442" y="132176"/>
                  <a:pt x="47801" y="141486"/>
                </a:cubicBezTo>
                <a:cubicBezTo>
                  <a:pt x="56368" y="156586"/>
                  <a:pt x="70724" y="152244"/>
                  <a:pt x="76317" y="149662"/>
                </a:cubicBezTo>
                <a:cubicBezTo>
                  <a:pt x="77217" y="143403"/>
                  <a:pt x="79760" y="139061"/>
                  <a:pt x="82576" y="136479"/>
                </a:cubicBezTo>
                <a:cubicBezTo>
                  <a:pt x="60710" y="134054"/>
                  <a:pt x="38648" y="130886"/>
                  <a:pt x="38648" y="93255"/>
                </a:cubicBezTo>
                <a:cubicBezTo>
                  <a:pt x="38648" y="82498"/>
                  <a:pt x="41621" y="77100"/>
                  <a:pt x="47879" y="70215"/>
                </a:cubicBezTo>
                <a:cubicBezTo>
                  <a:pt x="46862" y="67672"/>
                  <a:pt x="43537" y="57189"/>
                  <a:pt x="48896" y="43655"/>
                </a:cubicBezTo>
                <a:cubicBezTo>
                  <a:pt x="57072" y="41112"/>
                  <a:pt x="75887" y="54216"/>
                  <a:pt x="75887" y="54216"/>
                </a:cubicBezTo>
                <a:cubicBezTo>
                  <a:pt x="83710" y="52026"/>
                  <a:pt x="92121" y="50891"/>
                  <a:pt x="100453" y="50891"/>
                </a:cubicBezTo>
                <a:cubicBezTo>
                  <a:pt x="108784" y="50891"/>
                  <a:pt x="117195" y="52026"/>
                  <a:pt x="125018" y="54216"/>
                </a:cubicBezTo>
                <a:cubicBezTo>
                  <a:pt x="125018" y="54216"/>
                  <a:pt x="143833" y="41073"/>
                  <a:pt x="152009" y="43655"/>
                </a:cubicBezTo>
                <a:cubicBezTo>
                  <a:pt x="157368" y="57228"/>
                  <a:pt x="154043" y="67672"/>
                  <a:pt x="153026" y="70215"/>
                </a:cubicBezTo>
                <a:cubicBezTo>
                  <a:pt x="159285" y="77139"/>
                  <a:pt x="163118" y="82537"/>
                  <a:pt x="163118" y="93255"/>
                </a:cubicBezTo>
                <a:cubicBezTo>
                  <a:pt x="163118" y="131003"/>
                  <a:pt x="140078" y="134015"/>
                  <a:pt x="118212" y="136479"/>
                </a:cubicBezTo>
                <a:cubicBezTo>
                  <a:pt x="121810" y="139570"/>
                  <a:pt x="124862" y="145437"/>
                  <a:pt x="124862" y="154630"/>
                </a:cubicBezTo>
                <a:cubicBezTo>
                  <a:pt x="124862" y="167812"/>
                  <a:pt x="124744" y="184124"/>
                  <a:pt x="124744" y="187332"/>
                </a:cubicBezTo>
                <a:cubicBezTo>
                  <a:pt x="124744" y="189874"/>
                  <a:pt x="126544" y="192964"/>
                  <a:pt x="131511" y="192065"/>
                </a:cubicBezTo>
                <a:cubicBezTo>
                  <a:pt x="170629" y="179078"/>
                  <a:pt x="197150" y="141956"/>
                  <a:pt x="197150" y="98575"/>
                </a:cubicBezTo>
                <a:cubicBezTo>
                  <a:pt x="197150" y="44320"/>
                  <a:pt x="153143" y="3129"/>
                  <a:pt x="98888" y="3129"/>
                </a:cubicBezTo>
                <a:close/>
                <a:moveTo>
                  <a:pt x="41151" y="138044"/>
                </a:moveTo>
                <a:cubicBezTo>
                  <a:pt x="40643" y="138435"/>
                  <a:pt x="40760" y="139335"/>
                  <a:pt x="41425" y="140078"/>
                </a:cubicBezTo>
                <a:cubicBezTo>
                  <a:pt x="42051" y="140704"/>
                  <a:pt x="42951" y="140978"/>
                  <a:pt x="43459" y="140469"/>
                </a:cubicBezTo>
                <a:cubicBezTo>
                  <a:pt x="43968" y="140078"/>
                  <a:pt x="43850" y="139178"/>
                  <a:pt x="43185" y="138435"/>
                </a:cubicBezTo>
                <a:cubicBezTo>
                  <a:pt x="42559" y="137809"/>
                  <a:pt x="41660" y="137536"/>
                  <a:pt x="41151" y="138044"/>
                </a:cubicBezTo>
                <a:close/>
                <a:moveTo>
                  <a:pt x="36926" y="134876"/>
                </a:moveTo>
                <a:cubicBezTo>
                  <a:pt x="36653" y="135384"/>
                  <a:pt x="37044" y="136010"/>
                  <a:pt x="37826" y="136401"/>
                </a:cubicBezTo>
                <a:cubicBezTo>
                  <a:pt x="38452" y="136792"/>
                  <a:pt x="39234" y="136675"/>
                  <a:pt x="39508" y="136127"/>
                </a:cubicBezTo>
                <a:cubicBezTo>
                  <a:pt x="39782" y="135619"/>
                  <a:pt x="39391" y="134993"/>
                  <a:pt x="38609" y="134602"/>
                </a:cubicBezTo>
                <a:cubicBezTo>
                  <a:pt x="37826" y="134367"/>
                  <a:pt x="37200" y="134484"/>
                  <a:pt x="36926" y="134876"/>
                </a:cubicBezTo>
                <a:close/>
                <a:moveTo>
                  <a:pt x="49600" y="148801"/>
                </a:moveTo>
                <a:cubicBezTo>
                  <a:pt x="48975" y="149310"/>
                  <a:pt x="49209" y="150483"/>
                  <a:pt x="50109" y="151226"/>
                </a:cubicBezTo>
                <a:cubicBezTo>
                  <a:pt x="51009" y="152126"/>
                  <a:pt x="52143" y="152244"/>
                  <a:pt x="52652" y="151618"/>
                </a:cubicBezTo>
                <a:cubicBezTo>
                  <a:pt x="53160" y="151109"/>
                  <a:pt x="52925" y="149936"/>
                  <a:pt x="52143" y="149192"/>
                </a:cubicBezTo>
                <a:cubicBezTo>
                  <a:pt x="51282" y="148293"/>
                  <a:pt x="50109" y="148175"/>
                  <a:pt x="49600" y="148801"/>
                </a:cubicBezTo>
                <a:close/>
                <a:moveTo>
                  <a:pt x="45141" y="143051"/>
                </a:moveTo>
                <a:cubicBezTo>
                  <a:pt x="44515" y="143442"/>
                  <a:pt x="44515" y="144459"/>
                  <a:pt x="45141" y="145359"/>
                </a:cubicBezTo>
                <a:cubicBezTo>
                  <a:pt x="45767" y="146259"/>
                  <a:pt x="46823" y="146650"/>
                  <a:pt x="47332" y="146259"/>
                </a:cubicBezTo>
                <a:cubicBezTo>
                  <a:pt x="47957" y="145750"/>
                  <a:pt x="47957" y="144733"/>
                  <a:pt x="47332" y="143833"/>
                </a:cubicBezTo>
                <a:cubicBezTo>
                  <a:pt x="46784" y="142934"/>
                  <a:pt x="45767" y="142543"/>
                  <a:pt x="45141" y="14305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792772" y="6383901"/>
            <a:ext cx="1610579" cy="16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Repository</a:t>
            </a:r>
            <a:endParaRPr sz="1600" b="0" i="0" u="none" strike="noStrike" cap="none"/>
          </a:p>
        </p:txBody>
      </p:sp>
      <p:sp>
        <p:nvSpPr>
          <p:cNvPr id="165" name="Google Shape;165;p6"/>
          <p:cNvSpPr/>
          <p:nvPr/>
        </p:nvSpPr>
        <p:spPr>
          <a:xfrm>
            <a:off x="792772" y="6550801"/>
            <a:ext cx="1618924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Comp7940-Group-Project</a:t>
            </a:r>
            <a:endParaRPr sz="1600" b="0" i="0" u="none" strike="noStrike" cap="none"/>
          </a:p>
        </p:txBody>
      </p:sp>
      <p:sp>
        <p:nvSpPr>
          <p:cNvPr id="166" name="Google Shape;166;p6"/>
          <p:cNvSpPr/>
          <p:nvPr/>
        </p:nvSpPr>
        <p:spPr>
          <a:xfrm>
            <a:off x="10426126" y="6467351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 extrusionOk="0">
                <a:moveTo>
                  <a:pt x="100140" y="3129"/>
                </a:moveTo>
                <a:cubicBezTo>
                  <a:pt x="46598" y="3129"/>
                  <a:pt x="3129" y="46598"/>
                  <a:pt x="3129" y="100140"/>
                </a:cubicBezTo>
                <a:cubicBezTo>
                  <a:pt x="3129" y="153681"/>
                  <a:pt x="46598" y="197150"/>
                  <a:pt x="100140" y="197150"/>
                </a:cubicBezTo>
                <a:cubicBezTo>
                  <a:pt x="153681" y="197150"/>
                  <a:pt x="197150" y="153681"/>
                  <a:pt x="197150" y="100140"/>
                </a:cubicBezTo>
                <a:cubicBezTo>
                  <a:pt x="197150" y="46598"/>
                  <a:pt x="153681" y="3129"/>
                  <a:pt x="100140" y="3129"/>
                </a:cubicBezTo>
                <a:close/>
                <a:moveTo>
                  <a:pt x="145124" y="69120"/>
                </a:moveTo>
                <a:cubicBezTo>
                  <a:pt x="143677" y="84454"/>
                  <a:pt x="137340" y="121693"/>
                  <a:pt x="134132" y="138866"/>
                </a:cubicBezTo>
                <a:cubicBezTo>
                  <a:pt x="132763" y="146141"/>
                  <a:pt x="130103" y="148567"/>
                  <a:pt x="127522" y="148801"/>
                </a:cubicBezTo>
                <a:cubicBezTo>
                  <a:pt x="121889" y="149310"/>
                  <a:pt x="117625" y="145085"/>
                  <a:pt x="112149" y="141486"/>
                </a:cubicBezTo>
                <a:cubicBezTo>
                  <a:pt x="103621" y="135893"/>
                  <a:pt x="98771" y="132411"/>
                  <a:pt x="90517" y="126935"/>
                </a:cubicBezTo>
                <a:cubicBezTo>
                  <a:pt x="80933" y="120637"/>
                  <a:pt x="87153" y="117156"/>
                  <a:pt x="92590" y="111484"/>
                </a:cubicBezTo>
                <a:cubicBezTo>
                  <a:pt x="94037" y="109997"/>
                  <a:pt x="118838" y="87427"/>
                  <a:pt x="119307" y="85393"/>
                </a:cubicBezTo>
                <a:cubicBezTo>
                  <a:pt x="119385" y="85119"/>
                  <a:pt x="119424" y="84180"/>
                  <a:pt x="118838" y="83671"/>
                </a:cubicBezTo>
                <a:cubicBezTo>
                  <a:pt x="118251" y="83163"/>
                  <a:pt x="117429" y="83358"/>
                  <a:pt x="116843" y="83476"/>
                </a:cubicBezTo>
                <a:cubicBezTo>
                  <a:pt x="115982" y="83671"/>
                  <a:pt x="102330" y="92668"/>
                  <a:pt x="75926" y="110506"/>
                </a:cubicBezTo>
                <a:cubicBezTo>
                  <a:pt x="72054" y="113166"/>
                  <a:pt x="68533" y="114456"/>
                  <a:pt x="65404" y="114378"/>
                </a:cubicBezTo>
                <a:cubicBezTo>
                  <a:pt x="61922" y="114300"/>
                  <a:pt x="55272" y="112422"/>
                  <a:pt x="50305" y="110819"/>
                </a:cubicBezTo>
                <a:cubicBezTo>
                  <a:pt x="44241" y="108863"/>
                  <a:pt x="39391" y="107807"/>
                  <a:pt x="39821" y="104443"/>
                </a:cubicBezTo>
                <a:cubicBezTo>
                  <a:pt x="40056" y="102682"/>
                  <a:pt x="42442" y="100922"/>
                  <a:pt x="47019" y="99083"/>
                </a:cubicBezTo>
                <a:cubicBezTo>
                  <a:pt x="75300" y="86762"/>
                  <a:pt x="94155" y="78625"/>
                  <a:pt x="103582" y="74714"/>
                </a:cubicBezTo>
                <a:cubicBezTo>
                  <a:pt x="130534" y="63526"/>
                  <a:pt x="136127" y="61570"/>
                  <a:pt x="139765" y="61492"/>
                </a:cubicBezTo>
                <a:cubicBezTo>
                  <a:pt x="140587" y="61492"/>
                  <a:pt x="142347" y="61688"/>
                  <a:pt x="143520" y="62626"/>
                </a:cubicBezTo>
                <a:cubicBezTo>
                  <a:pt x="144303" y="63291"/>
                  <a:pt x="144772" y="64230"/>
                  <a:pt x="144890" y="65247"/>
                </a:cubicBezTo>
                <a:cubicBezTo>
                  <a:pt x="145085" y="66499"/>
                  <a:pt x="145124" y="67790"/>
                  <a:pt x="145046" y="6908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0751580" y="6383901"/>
            <a:ext cx="1059811" cy="16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Telegram Bot</a:t>
            </a:r>
            <a:endParaRPr sz="1600" b="0" i="0" u="none" strike="noStrike" cap="none"/>
          </a:p>
        </p:txBody>
      </p:sp>
      <p:sp>
        <p:nvSpPr>
          <p:cNvPr id="168" name="Google Shape;168;p6"/>
          <p:cNvSpPr/>
          <p:nvPr/>
        </p:nvSpPr>
        <p:spPr>
          <a:xfrm>
            <a:off x="10751580" y="6550801"/>
            <a:ext cx="1068156" cy="2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@Zekai0813_bot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Infrastructure Design</a:t>
            </a:r>
            <a:endParaRPr sz="1600" b="0" i="0" u="none" strike="noStrike" cap="none"/>
          </a:p>
        </p:txBody>
      </p:sp>
      <p:sp>
        <p:nvSpPr>
          <p:cNvPr id="175" name="Google Shape;175;p7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System Architecture Overview</a:t>
            </a:r>
            <a:endParaRPr sz="1600" b="0" i="0" u="none" strike="noStrike" cap="none"/>
          </a:p>
        </p:txBody>
      </p:sp>
      <p:sp>
        <p:nvSpPr>
          <p:cNvPr id="176" name="Google Shape;176;p7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Google Shape;177;p7"/>
          <p:cNvSpPr/>
          <p:nvPr/>
        </p:nvSpPr>
        <p:spPr>
          <a:xfrm>
            <a:off x="385763" y="1338263"/>
            <a:ext cx="6886575" cy="5133975"/>
          </a:xfrm>
          <a:custGeom>
            <a:avLst/>
            <a:gdLst/>
            <a:ahLst/>
            <a:cxnLst/>
            <a:rect l="l" t="t" r="r" b="b"/>
            <a:pathLst>
              <a:path w="6886575" h="5133975" extrusionOk="0">
                <a:moveTo>
                  <a:pt x="76188" y="0"/>
                </a:moveTo>
                <a:lnTo>
                  <a:pt x="6810387" y="0"/>
                </a:lnTo>
                <a:cubicBezTo>
                  <a:pt x="6852464" y="0"/>
                  <a:pt x="6886575" y="34111"/>
                  <a:pt x="6886575" y="76188"/>
                </a:cubicBezTo>
                <a:lnTo>
                  <a:pt x="6886575" y="5057787"/>
                </a:lnTo>
                <a:cubicBezTo>
                  <a:pt x="6886575" y="5099864"/>
                  <a:pt x="6852464" y="5133975"/>
                  <a:pt x="6810387" y="5133975"/>
                </a:cubicBezTo>
                <a:lnTo>
                  <a:pt x="76188" y="5133975"/>
                </a:lnTo>
                <a:cubicBezTo>
                  <a:pt x="34111" y="5133975"/>
                  <a:pt x="0" y="5099864"/>
                  <a:pt x="0" y="505778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95300" y="1495425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Complete System Flow</a:t>
            </a:r>
            <a:endParaRPr sz="1600" b="0" i="0" u="none" strike="noStrike" cap="none"/>
          </a:p>
        </p:txBody>
      </p:sp>
      <p:sp>
        <p:nvSpPr>
          <p:cNvPr id="179" name="Google Shape;179;p7"/>
          <p:cNvSpPr/>
          <p:nvPr/>
        </p:nvSpPr>
        <p:spPr>
          <a:xfrm>
            <a:off x="552450" y="1885950"/>
            <a:ext cx="6553200" cy="666750"/>
          </a:xfrm>
          <a:custGeom>
            <a:avLst/>
            <a:gdLst/>
            <a:ahLst/>
            <a:cxnLst/>
            <a:rect l="l" t="t" r="r" b="b"/>
            <a:pathLst>
              <a:path w="6553200" h="666750" extrusionOk="0">
                <a:moveTo>
                  <a:pt x="76203" y="0"/>
                </a:moveTo>
                <a:lnTo>
                  <a:pt x="6476997" y="0"/>
                </a:lnTo>
                <a:cubicBezTo>
                  <a:pt x="6519055" y="0"/>
                  <a:pt x="6553200" y="34145"/>
                  <a:pt x="6553200" y="76203"/>
                </a:cubicBezTo>
                <a:lnTo>
                  <a:pt x="6553200" y="590547"/>
                </a:lnTo>
                <a:cubicBezTo>
                  <a:pt x="6553200" y="632605"/>
                  <a:pt x="6519055" y="666750"/>
                  <a:pt x="6476997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254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76275" y="2028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794147" y="21336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 extrusionOk="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1171575" y="2009775"/>
            <a:ext cx="5219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</a:t>
            </a:r>
            <a:endParaRPr sz="1600" b="0" i="0" u="none" strike="noStrike" cap="none"/>
          </a:p>
        </p:txBody>
      </p:sp>
      <p:sp>
        <p:nvSpPr>
          <p:cNvPr id="183" name="Google Shape;183;p7"/>
          <p:cNvSpPr/>
          <p:nvPr/>
        </p:nvSpPr>
        <p:spPr>
          <a:xfrm>
            <a:off x="1171575" y="2238375"/>
            <a:ext cx="5210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Telegram App</a:t>
            </a:r>
            <a:endParaRPr sz="1600" b="0" i="0" u="none" strike="noStrike" cap="none"/>
          </a:p>
        </p:txBody>
      </p:sp>
      <p:sp>
        <p:nvSpPr>
          <p:cNvPr id="184" name="Google Shape;184;p7"/>
          <p:cNvSpPr/>
          <p:nvPr/>
        </p:nvSpPr>
        <p:spPr>
          <a:xfrm>
            <a:off x="6429077" y="2105025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 extrusionOk="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190499"/>
                </a:lnTo>
                <a:cubicBezTo>
                  <a:pt x="552450" y="211542"/>
                  <a:pt x="535392" y="228600"/>
                  <a:pt x="5143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429077" y="2105025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</a:t>
            </a:r>
            <a:endParaRPr sz="1600" b="0" i="0" u="none" strike="noStrike" cap="none"/>
          </a:p>
        </p:txBody>
      </p:sp>
      <p:sp>
        <p:nvSpPr>
          <p:cNvPr id="186" name="Google Shape;186;p7"/>
          <p:cNvSpPr/>
          <p:nvPr/>
        </p:nvSpPr>
        <p:spPr>
          <a:xfrm>
            <a:off x="3743325" y="26384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52450" y="2952750"/>
            <a:ext cx="6553200" cy="666750"/>
          </a:xfrm>
          <a:custGeom>
            <a:avLst/>
            <a:gdLst/>
            <a:ahLst/>
            <a:cxnLst/>
            <a:rect l="l" t="t" r="r" b="b"/>
            <a:pathLst>
              <a:path w="6553200" h="666750" extrusionOk="0">
                <a:moveTo>
                  <a:pt x="76203" y="0"/>
                </a:moveTo>
                <a:lnTo>
                  <a:pt x="6476997" y="0"/>
                </a:lnTo>
                <a:cubicBezTo>
                  <a:pt x="6519055" y="0"/>
                  <a:pt x="6553200" y="34145"/>
                  <a:pt x="6553200" y="76203"/>
                </a:cubicBezTo>
                <a:lnTo>
                  <a:pt x="6553200" y="590547"/>
                </a:lnTo>
                <a:cubicBezTo>
                  <a:pt x="6553200" y="632605"/>
                  <a:pt x="6519055" y="666750"/>
                  <a:pt x="6476997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25400" cap="flat" cmpd="sng">
            <a:solidFill>
              <a:srgbClr val="4A6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76275" y="309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794147" y="32004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 extrusionOk="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1171575" y="3076575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AWS EC2 Instance</a:t>
            </a:r>
            <a:endParaRPr sz="1600" b="0" i="0" u="none" strike="noStrike" cap="none"/>
          </a:p>
        </p:txBody>
      </p:sp>
      <p:sp>
        <p:nvSpPr>
          <p:cNvPr id="191" name="Google Shape;191;p7"/>
          <p:cNvSpPr/>
          <p:nvPr/>
        </p:nvSpPr>
        <p:spPr>
          <a:xfrm>
            <a:off x="1171575" y="3305175"/>
            <a:ext cx="4743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Container</a:t>
            </a:r>
            <a:endParaRPr sz="1600" b="0" i="0" u="none" strike="noStrike" cap="none"/>
          </a:p>
        </p:txBody>
      </p:sp>
      <p:sp>
        <p:nvSpPr>
          <p:cNvPr id="192" name="Google Shape;192;p7"/>
          <p:cNvSpPr/>
          <p:nvPr/>
        </p:nvSpPr>
        <p:spPr>
          <a:xfrm>
            <a:off x="5962650" y="3171825"/>
            <a:ext cx="1019175" cy="228600"/>
          </a:xfrm>
          <a:custGeom>
            <a:avLst/>
            <a:gdLst/>
            <a:ahLst/>
            <a:cxnLst/>
            <a:rect l="l" t="t" r="r" b="b"/>
            <a:pathLst>
              <a:path w="1019175" h="228600" extrusionOk="0">
                <a:moveTo>
                  <a:pt x="38101" y="0"/>
                </a:moveTo>
                <a:lnTo>
                  <a:pt x="981074" y="0"/>
                </a:lnTo>
                <a:cubicBezTo>
                  <a:pt x="1002117" y="0"/>
                  <a:pt x="1019175" y="17058"/>
                  <a:pt x="1019175" y="38101"/>
                </a:cubicBezTo>
                <a:lnTo>
                  <a:pt x="1019175" y="190499"/>
                </a:lnTo>
                <a:cubicBezTo>
                  <a:pt x="1019175" y="211542"/>
                  <a:pt x="1002117" y="228600"/>
                  <a:pt x="981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962650" y="3171825"/>
            <a:ext cx="1076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A6D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Webhook/Polling</a:t>
            </a:r>
            <a:endParaRPr sz="1600" b="0" i="0" u="none" strike="noStrike" cap="none"/>
          </a:p>
        </p:txBody>
      </p:sp>
      <p:sp>
        <p:nvSpPr>
          <p:cNvPr id="194" name="Google Shape;194;p7"/>
          <p:cNvSpPr/>
          <p:nvPr/>
        </p:nvSpPr>
        <p:spPr>
          <a:xfrm>
            <a:off x="3743325" y="37052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547688" y="4014788"/>
            <a:ext cx="2105025" cy="885825"/>
          </a:xfrm>
          <a:custGeom>
            <a:avLst/>
            <a:gdLst/>
            <a:ahLst/>
            <a:cxnLst/>
            <a:rect l="l" t="t" r="r" b="b"/>
            <a:pathLst>
              <a:path w="2105025" h="885825" extrusionOk="0">
                <a:moveTo>
                  <a:pt x="76199" y="0"/>
                </a:moveTo>
                <a:lnTo>
                  <a:pt x="2028826" y="0"/>
                </a:lnTo>
                <a:cubicBezTo>
                  <a:pt x="2070910" y="0"/>
                  <a:pt x="2105025" y="34115"/>
                  <a:pt x="2105025" y="76199"/>
                </a:cubicBezTo>
                <a:lnTo>
                  <a:pt x="2105025" y="809626"/>
                </a:lnTo>
                <a:cubicBezTo>
                  <a:pt x="2105025" y="851710"/>
                  <a:pt x="2070910" y="885825"/>
                  <a:pt x="20288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 w="12700" cap="flat" cmpd="sng">
            <a:solidFill>
              <a:srgbClr val="5F6B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1485900" y="4133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33413" y="4438650"/>
            <a:ext cx="1933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LLM API</a:t>
            </a:r>
            <a:endParaRPr sz="1600" b="0" i="0" u="none" strike="noStrike" cap="none"/>
          </a:p>
        </p:txBody>
      </p:sp>
      <p:sp>
        <p:nvSpPr>
          <p:cNvPr id="198" name="Google Shape;198;p7"/>
          <p:cNvSpPr/>
          <p:nvPr/>
        </p:nvSpPr>
        <p:spPr>
          <a:xfrm>
            <a:off x="638175" y="4629150"/>
            <a:ext cx="1924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HKBU</a:t>
            </a:r>
            <a:endParaRPr sz="1600" b="0" i="0" u="none" strike="noStrike" cap="none"/>
          </a:p>
        </p:txBody>
      </p:sp>
      <p:sp>
        <p:nvSpPr>
          <p:cNvPr id="199" name="Google Shape;199;p7"/>
          <p:cNvSpPr/>
          <p:nvPr/>
        </p:nvSpPr>
        <p:spPr>
          <a:xfrm>
            <a:off x="2776538" y="4014788"/>
            <a:ext cx="2105025" cy="885825"/>
          </a:xfrm>
          <a:custGeom>
            <a:avLst/>
            <a:gdLst/>
            <a:ahLst/>
            <a:cxnLst/>
            <a:rect l="l" t="t" r="r" b="b"/>
            <a:pathLst>
              <a:path w="2105025" h="885825" extrusionOk="0">
                <a:moveTo>
                  <a:pt x="76199" y="0"/>
                </a:moveTo>
                <a:lnTo>
                  <a:pt x="2028826" y="0"/>
                </a:lnTo>
                <a:cubicBezTo>
                  <a:pt x="2070910" y="0"/>
                  <a:pt x="2105025" y="34115"/>
                  <a:pt x="2105025" y="76199"/>
                </a:cubicBezTo>
                <a:lnTo>
                  <a:pt x="2105025" y="809626"/>
                </a:lnTo>
                <a:cubicBezTo>
                  <a:pt x="2105025" y="851710"/>
                  <a:pt x="2070910" y="885825"/>
                  <a:pt x="20288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 w="12700" cap="flat" cmpd="sng">
            <a:solidFill>
              <a:srgbClr val="5F6B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729038" y="41338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 extrusionOk="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2862263" y="4438650"/>
            <a:ext cx="1933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Database</a:t>
            </a:r>
            <a:endParaRPr sz="1600" b="0" i="0" u="none" strike="noStrike" cap="none"/>
          </a:p>
        </p:txBody>
      </p:sp>
      <p:sp>
        <p:nvSpPr>
          <p:cNvPr id="202" name="Google Shape;202;p7"/>
          <p:cNvSpPr/>
          <p:nvPr/>
        </p:nvSpPr>
        <p:spPr>
          <a:xfrm>
            <a:off x="2867025" y="4629150"/>
            <a:ext cx="1924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RDS</a:t>
            </a:r>
            <a:endParaRPr sz="1600" b="0" i="0" u="none" strike="noStrike" cap="none"/>
          </a:p>
        </p:txBody>
      </p:sp>
      <p:sp>
        <p:nvSpPr>
          <p:cNvPr id="203" name="Google Shape;203;p7"/>
          <p:cNvSpPr/>
          <p:nvPr/>
        </p:nvSpPr>
        <p:spPr>
          <a:xfrm>
            <a:off x="5005388" y="4014788"/>
            <a:ext cx="2105025" cy="885825"/>
          </a:xfrm>
          <a:custGeom>
            <a:avLst/>
            <a:gdLst/>
            <a:ahLst/>
            <a:cxnLst/>
            <a:rect l="l" t="t" r="r" b="b"/>
            <a:pathLst>
              <a:path w="2105025" h="885825" extrusionOk="0">
                <a:moveTo>
                  <a:pt x="76199" y="0"/>
                </a:moveTo>
                <a:lnTo>
                  <a:pt x="2028826" y="0"/>
                </a:lnTo>
                <a:cubicBezTo>
                  <a:pt x="2070910" y="0"/>
                  <a:pt x="2105025" y="34115"/>
                  <a:pt x="2105025" y="76199"/>
                </a:cubicBezTo>
                <a:lnTo>
                  <a:pt x="2105025" y="809626"/>
                </a:lnTo>
                <a:cubicBezTo>
                  <a:pt x="2105025" y="851710"/>
                  <a:pt x="2070910" y="885825"/>
                  <a:pt x="20288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 w="12700" cap="flat" cmpd="sng">
            <a:solidFill>
              <a:srgbClr val="5F6B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943600" y="4133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5091113" y="4438650"/>
            <a:ext cx="1933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Monitoring</a:t>
            </a:r>
            <a:endParaRPr sz="1600" b="0" i="0" u="none" strike="noStrike" cap="none"/>
          </a:p>
        </p:txBody>
      </p:sp>
      <p:sp>
        <p:nvSpPr>
          <p:cNvPr id="206" name="Google Shape;206;p7"/>
          <p:cNvSpPr/>
          <p:nvPr/>
        </p:nvSpPr>
        <p:spPr>
          <a:xfrm>
            <a:off x="5095875" y="4629150"/>
            <a:ext cx="1924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CloudWatch</a:t>
            </a:r>
            <a:endParaRPr sz="1600" b="0" i="0" u="none" strike="noStrike" cap="none"/>
          </a:p>
        </p:txBody>
      </p:sp>
      <p:sp>
        <p:nvSpPr>
          <p:cNvPr id="207" name="Google Shape;207;p7"/>
          <p:cNvSpPr/>
          <p:nvPr/>
        </p:nvSpPr>
        <p:spPr>
          <a:xfrm>
            <a:off x="3743325" y="49815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95816" y="7769"/>
                </a:moveTo>
                <a:cubicBezTo>
                  <a:pt x="90234" y="2188"/>
                  <a:pt x="81171" y="2188"/>
                  <a:pt x="75590" y="7769"/>
                </a:cubicBezTo>
                <a:lnTo>
                  <a:pt x="4152" y="79206"/>
                </a:lnTo>
                <a:cubicBezTo>
                  <a:pt x="-1429" y="84787"/>
                  <a:pt x="-1429" y="93851"/>
                  <a:pt x="4152" y="99432"/>
                </a:cubicBezTo>
                <a:cubicBezTo>
                  <a:pt x="9733" y="105013"/>
                  <a:pt x="18797" y="105013"/>
                  <a:pt x="24378" y="99432"/>
                </a:cubicBezTo>
                <a:lnTo>
                  <a:pt x="71438" y="52373"/>
                </a:lnTo>
                <a:lnTo>
                  <a:pt x="71438" y="217884"/>
                </a:lnTo>
                <a:cubicBezTo>
                  <a:pt x="71438" y="225787"/>
                  <a:pt x="77822" y="232172"/>
                  <a:pt x="85725" y="232172"/>
                </a:cubicBezTo>
                <a:cubicBezTo>
                  <a:pt x="93628" y="232172"/>
                  <a:pt x="100013" y="225787"/>
                  <a:pt x="100013" y="217884"/>
                </a:cubicBezTo>
                <a:lnTo>
                  <a:pt x="100013" y="52373"/>
                </a:lnTo>
                <a:lnTo>
                  <a:pt x="147072" y="99432"/>
                </a:lnTo>
                <a:cubicBezTo>
                  <a:pt x="152653" y="105013"/>
                  <a:pt x="161717" y="105013"/>
                  <a:pt x="167298" y="99432"/>
                </a:cubicBezTo>
                <a:cubicBezTo>
                  <a:pt x="172879" y="93851"/>
                  <a:pt x="172879" y="84787"/>
                  <a:pt x="167298" y="79206"/>
                </a:cubicBezTo>
                <a:lnTo>
                  <a:pt x="95860" y="776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52450" y="5295900"/>
            <a:ext cx="6553200" cy="666750"/>
          </a:xfrm>
          <a:custGeom>
            <a:avLst/>
            <a:gdLst/>
            <a:ahLst/>
            <a:cxnLst/>
            <a:rect l="l" t="t" r="r" b="b"/>
            <a:pathLst>
              <a:path w="6553200" h="666750" extrusionOk="0">
                <a:moveTo>
                  <a:pt x="76203" y="0"/>
                </a:moveTo>
                <a:lnTo>
                  <a:pt x="6476997" y="0"/>
                </a:lnTo>
                <a:cubicBezTo>
                  <a:pt x="6519055" y="0"/>
                  <a:pt x="6553200" y="34145"/>
                  <a:pt x="6553200" y="76203"/>
                </a:cubicBezTo>
                <a:lnTo>
                  <a:pt x="6553200" y="590547"/>
                </a:lnTo>
                <a:cubicBezTo>
                  <a:pt x="6553200" y="632605"/>
                  <a:pt x="6519055" y="666750"/>
                  <a:pt x="6476997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254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676275" y="5438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783431" y="5543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68379" y="6161"/>
                </a:moveTo>
                <a:cubicBezTo>
                  <a:pt x="72397" y="7836"/>
                  <a:pt x="75009" y="11720"/>
                  <a:pt x="75009" y="16073"/>
                </a:cubicBezTo>
                <a:lnTo>
                  <a:pt x="75009" y="42863"/>
                </a:lnTo>
                <a:lnTo>
                  <a:pt x="112514" y="42863"/>
                </a:lnTo>
                <a:cubicBezTo>
                  <a:pt x="145063" y="42863"/>
                  <a:pt x="171450" y="69250"/>
                  <a:pt x="171450" y="101798"/>
                </a:cubicBezTo>
                <a:cubicBezTo>
                  <a:pt x="171450" y="139738"/>
                  <a:pt x="144159" y="156683"/>
                  <a:pt x="137897" y="160098"/>
                </a:cubicBezTo>
                <a:cubicBezTo>
                  <a:pt x="137060" y="160567"/>
                  <a:pt x="136122" y="160734"/>
                  <a:pt x="135184" y="160734"/>
                </a:cubicBezTo>
                <a:cubicBezTo>
                  <a:pt x="131534" y="160734"/>
                  <a:pt x="128588" y="157754"/>
                  <a:pt x="128588" y="154138"/>
                </a:cubicBezTo>
                <a:cubicBezTo>
                  <a:pt x="128588" y="151626"/>
                  <a:pt x="130027" y="149316"/>
                  <a:pt x="131869" y="147608"/>
                </a:cubicBezTo>
                <a:cubicBezTo>
                  <a:pt x="135017" y="144661"/>
                  <a:pt x="139303" y="138767"/>
                  <a:pt x="139303" y="128621"/>
                </a:cubicBezTo>
                <a:cubicBezTo>
                  <a:pt x="139303" y="110873"/>
                  <a:pt x="124904" y="96474"/>
                  <a:pt x="107156" y="96474"/>
                </a:cubicBezTo>
                <a:lnTo>
                  <a:pt x="75009" y="96474"/>
                </a:lnTo>
                <a:lnTo>
                  <a:pt x="75009" y="123263"/>
                </a:lnTo>
                <a:cubicBezTo>
                  <a:pt x="75009" y="127583"/>
                  <a:pt x="72397" y="131501"/>
                  <a:pt x="68379" y="133175"/>
                </a:cubicBezTo>
                <a:cubicBezTo>
                  <a:pt x="64361" y="134849"/>
                  <a:pt x="59773" y="133912"/>
                  <a:pt x="56692" y="130865"/>
                </a:cubicBezTo>
                <a:lnTo>
                  <a:pt x="3114" y="77286"/>
                </a:lnTo>
                <a:cubicBezTo>
                  <a:pt x="-1072" y="73101"/>
                  <a:pt x="-1072" y="66303"/>
                  <a:pt x="3114" y="62117"/>
                </a:cubicBezTo>
                <a:lnTo>
                  <a:pt x="56692" y="8539"/>
                </a:lnTo>
                <a:cubicBezTo>
                  <a:pt x="59773" y="5458"/>
                  <a:pt x="64361" y="4554"/>
                  <a:pt x="68379" y="622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171575" y="5419725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Intelligent Response</a:t>
            </a:r>
            <a:endParaRPr sz="1600" b="0" i="0" u="none" strike="noStrike" cap="none"/>
          </a:p>
        </p:txBody>
      </p:sp>
      <p:sp>
        <p:nvSpPr>
          <p:cNvPr id="212" name="Google Shape;212;p7"/>
          <p:cNvSpPr/>
          <p:nvPr/>
        </p:nvSpPr>
        <p:spPr>
          <a:xfrm>
            <a:off x="1171575" y="5648325"/>
            <a:ext cx="5133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 language answer</a:t>
            </a:r>
            <a:endParaRPr sz="1600" b="0" i="0" u="none" strike="noStrike" cap="none"/>
          </a:p>
        </p:txBody>
      </p:sp>
      <p:sp>
        <p:nvSpPr>
          <p:cNvPr id="213" name="Google Shape;213;p7"/>
          <p:cNvSpPr/>
          <p:nvPr/>
        </p:nvSpPr>
        <p:spPr>
          <a:xfrm>
            <a:off x="6350198" y="5514975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 extrusionOk="0">
                <a:moveTo>
                  <a:pt x="38101" y="0"/>
                </a:moveTo>
                <a:lnTo>
                  <a:pt x="590549" y="0"/>
                </a:lnTo>
                <a:cubicBezTo>
                  <a:pt x="611592" y="0"/>
                  <a:pt x="628650" y="17058"/>
                  <a:pt x="628650" y="38101"/>
                </a:cubicBezTo>
                <a:lnTo>
                  <a:pt x="628650" y="190499"/>
                </a:lnTo>
                <a:cubicBezTo>
                  <a:pt x="628650" y="211542"/>
                  <a:pt x="611592" y="228600"/>
                  <a:pt x="5905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350198" y="5514975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</a:t>
            </a:r>
            <a:endParaRPr sz="1600" b="0" i="0" u="none" strike="noStrike" cap="none"/>
          </a:p>
        </p:txBody>
      </p:sp>
      <p:sp>
        <p:nvSpPr>
          <p:cNvPr id="215" name="Google Shape;215;p7"/>
          <p:cNvSpPr/>
          <p:nvPr/>
        </p:nvSpPr>
        <p:spPr>
          <a:xfrm>
            <a:off x="7434263" y="1338263"/>
            <a:ext cx="4371975" cy="2905125"/>
          </a:xfrm>
          <a:custGeom>
            <a:avLst/>
            <a:gdLst/>
            <a:ahLst/>
            <a:cxnLst/>
            <a:rect l="l" t="t" r="r" b="b"/>
            <a:pathLst>
              <a:path w="4371975" h="2905125" extrusionOk="0">
                <a:moveTo>
                  <a:pt x="76201" y="0"/>
                </a:moveTo>
                <a:lnTo>
                  <a:pt x="4295774" y="0"/>
                </a:lnTo>
                <a:cubicBezTo>
                  <a:pt x="4337830" y="0"/>
                  <a:pt x="4371975" y="34145"/>
                  <a:pt x="4371975" y="76201"/>
                </a:cubicBezTo>
                <a:lnTo>
                  <a:pt x="4371975" y="2828924"/>
                </a:lnTo>
                <a:cubicBezTo>
                  <a:pt x="4371975" y="2870980"/>
                  <a:pt x="4337830" y="2905125"/>
                  <a:pt x="4295774" y="2905125"/>
                </a:cubicBezTo>
                <a:lnTo>
                  <a:pt x="76201" y="2905125"/>
                </a:lnTo>
                <a:cubicBezTo>
                  <a:pt x="34145" y="2905125"/>
                  <a:pt x="0" y="2870980"/>
                  <a:pt x="0" y="28289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7615238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7810500" y="1495425"/>
            <a:ext cx="3924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Architecture Layers</a:t>
            </a:r>
            <a:endParaRPr sz="1600" b="0" i="0" u="none" strike="noStrike" cap="none"/>
          </a:p>
        </p:txBody>
      </p:sp>
      <p:sp>
        <p:nvSpPr>
          <p:cNvPr id="218" name="Google Shape;218;p7"/>
          <p:cNvSpPr/>
          <p:nvPr/>
        </p:nvSpPr>
        <p:spPr>
          <a:xfrm>
            <a:off x="7610475" y="1876425"/>
            <a:ext cx="4038600" cy="495300"/>
          </a:xfrm>
          <a:custGeom>
            <a:avLst/>
            <a:gdLst/>
            <a:ahLst/>
            <a:cxnLst/>
            <a:rect l="l" t="t" r="r" b="b"/>
            <a:pathLst>
              <a:path w="4038600" h="495300" extrusionOk="0">
                <a:moveTo>
                  <a:pt x="38098" y="0"/>
                </a:moveTo>
                <a:lnTo>
                  <a:pt x="4000502" y="0"/>
                </a:lnTo>
                <a:cubicBezTo>
                  <a:pt x="4021543" y="0"/>
                  <a:pt x="4038600" y="17057"/>
                  <a:pt x="4038600" y="38098"/>
                </a:cubicBezTo>
                <a:lnTo>
                  <a:pt x="4038600" y="457202"/>
                </a:lnTo>
                <a:cubicBezTo>
                  <a:pt x="4038600" y="478243"/>
                  <a:pt x="4021543" y="495300"/>
                  <a:pt x="40005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7610475" y="187642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 extrusionOk="0">
                <a:moveTo>
                  <a:pt x="3810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38100" y="495300"/>
                </a:lnTo>
                <a:cubicBezTo>
                  <a:pt x="17072" y="495300"/>
                  <a:pt x="0" y="478228"/>
                  <a:pt x="0" y="45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7705725" y="1952625"/>
            <a:ext cx="3933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Presentation Layer</a:t>
            </a:r>
            <a:endParaRPr sz="1600" b="0" i="0" u="none" strike="noStrike" cap="none"/>
          </a:p>
        </p:txBody>
      </p:sp>
      <p:sp>
        <p:nvSpPr>
          <p:cNvPr id="221" name="Google Shape;221;p7"/>
          <p:cNvSpPr/>
          <p:nvPr/>
        </p:nvSpPr>
        <p:spPr>
          <a:xfrm>
            <a:off x="7705725" y="2143125"/>
            <a:ext cx="3924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Telegram Bot Interface</a:t>
            </a:r>
            <a:endParaRPr sz="1600" b="0" i="0" u="none" strike="noStrike" cap="none"/>
          </a:p>
        </p:txBody>
      </p:sp>
      <p:sp>
        <p:nvSpPr>
          <p:cNvPr id="222" name="Google Shape;222;p7"/>
          <p:cNvSpPr/>
          <p:nvPr/>
        </p:nvSpPr>
        <p:spPr>
          <a:xfrm>
            <a:off x="7610475" y="2447925"/>
            <a:ext cx="4038600" cy="495300"/>
          </a:xfrm>
          <a:custGeom>
            <a:avLst/>
            <a:gdLst/>
            <a:ahLst/>
            <a:cxnLst/>
            <a:rect l="l" t="t" r="r" b="b"/>
            <a:pathLst>
              <a:path w="4038600" h="495300" extrusionOk="0">
                <a:moveTo>
                  <a:pt x="38098" y="0"/>
                </a:moveTo>
                <a:lnTo>
                  <a:pt x="4000502" y="0"/>
                </a:lnTo>
                <a:cubicBezTo>
                  <a:pt x="4021543" y="0"/>
                  <a:pt x="4038600" y="17057"/>
                  <a:pt x="4038600" y="38098"/>
                </a:cubicBezTo>
                <a:lnTo>
                  <a:pt x="4038600" y="457202"/>
                </a:lnTo>
                <a:cubicBezTo>
                  <a:pt x="4038600" y="478243"/>
                  <a:pt x="4021543" y="495300"/>
                  <a:pt x="40005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7610475" y="244792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 extrusionOk="0">
                <a:moveTo>
                  <a:pt x="3810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38100" y="495300"/>
                </a:lnTo>
                <a:cubicBezTo>
                  <a:pt x="17072" y="495300"/>
                  <a:pt x="0" y="478228"/>
                  <a:pt x="0" y="45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7705725" y="2524125"/>
            <a:ext cx="3933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Application Layer</a:t>
            </a:r>
            <a:endParaRPr sz="1600" b="0" i="0" u="none" strike="noStrike" cap="none"/>
          </a:p>
        </p:txBody>
      </p:sp>
      <p:sp>
        <p:nvSpPr>
          <p:cNvPr id="225" name="Google Shape;225;p7"/>
          <p:cNvSpPr/>
          <p:nvPr/>
        </p:nvSpPr>
        <p:spPr>
          <a:xfrm>
            <a:off x="7705725" y="2714625"/>
            <a:ext cx="3924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Flask + python-telegram-bot</a:t>
            </a:r>
            <a:endParaRPr sz="1600" b="0" i="0" u="none" strike="noStrike" cap="none"/>
          </a:p>
        </p:txBody>
      </p:sp>
      <p:sp>
        <p:nvSpPr>
          <p:cNvPr id="226" name="Google Shape;226;p7"/>
          <p:cNvSpPr/>
          <p:nvPr/>
        </p:nvSpPr>
        <p:spPr>
          <a:xfrm>
            <a:off x="7610475" y="3019425"/>
            <a:ext cx="4038600" cy="495300"/>
          </a:xfrm>
          <a:custGeom>
            <a:avLst/>
            <a:gdLst/>
            <a:ahLst/>
            <a:cxnLst/>
            <a:rect l="l" t="t" r="r" b="b"/>
            <a:pathLst>
              <a:path w="4038600" h="495300" extrusionOk="0">
                <a:moveTo>
                  <a:pt x="38098" y="0"/>
                </a:moveTo>
                <a:lnTo>
                  <a:pt x="4000502" y="0"/>
                </a:lnTo>
                <a:cubicBezTo>
                  <a:pt x="4021543" y="0"/>
                  <a:pt x="4038600" y="17057"/>
                  <a:pt x="4038600" y="38098"/>
                </a:cubicBezTo>
                <a:lnTo>
                  <a:pt x="4038600" y="457202"/>
                </a:lnTo>
                <a:cubicBezTo>
                  <a:pt x="4038600" y="478243"/>
                  <a:pt x="4021543" y="495300"/>
                  <a:pt x="40005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7610475" y="301942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 extrusionOk="0">
                <a:moveTo>
                  <a:pt x="3810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38100" y="495300"/>
                </a:lnTo>
                <a:cubicBezTo>
                  <a:pt x="17072" y="495300"/>
                  <a:pt x="0" y="478228"/>
                  <a:pt x="0" y="45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7705725" y="3095625"/>
            <a:ext cx="3933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Service Layer</a:t>
            </a:r>
            <a:endParaRPr sz="1600" b="0" i="0" u="none" strike="noStrike" cap="none"/>
          </a:p>
        </p:txBody>
      </p:sp>
      <p:sp>
        <p:nvSpPr>
          <p:cNvPr id="229" name="Google Shape;229;p7"/>
          <p:cNvSpPr/>
          <p:nvPr/>
        </p:nvSpPr>
        <p:spPr>
          <a:xfrm>
            <a:off x="7705725" y="3286125"/>
            <a:ext cx="3924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 Integration + Database</a:t>
            </a:r>
            <a:endParaRPr sz="1600" b="0" i="0" u="none" strike="noStrike" cap="none"/>
          </a:p>
        </p:txBody>
      </p:sp>
      <p:sp>
        <p:nvSpPr>
          <p:cNvPr id="230" name="Google Shape;230;p7"/>
          <p:cNvSpPr/>
          <p:nvPr/>
        </p:nvSpPr>
        <p:spPr>
          <a:xfrm>
            <a:off x="7610475" y="3590925"/>
            <a:ext cx="4038600" cy="495300"/>
          </a:xfrm>
          <a:custGeom>
            <a:avLst/>
            <a:gdLst/>
            <a:ahLst/>
            <a:cxnLst/>
            <a:rect l="l" t="t" r="r" b="b"/>
            <a:pathLst>
              <a:path w="4038600" h="495300" extrusionOk="0">
                <a:moveTo>
                  <a:pt x="38098" y="0"/>
                </a:moveTo>
                <a:lnTo>
                  <a:pt x="4000502" y="0"/>
                </a:lnTo>
                <a:cubicBezTo>
                  <a:pt x="4021543" y="0"/>
                  <a:pt x="4038600" y="17057"/>
                  <a:pt x="4038600" y="38098"/>
                </a:cubicBezTo>
                <a:lnTo>
                  <a:pt x="4038600" y="457202"/>
                </a:lnTo>
                <a:cubicBezTo>
                  <a:pt x="4038600" y="478243"/>
                  <a:pt x="4021543" y="495300"/>
                  <a:pt x="40005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7610475" y="359092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 extrusionOk="0">
                <a:moveTo>
                  <a:pt x="3810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38100" y="495300"/>
                </a:lnTo>
                <a:cubicBezTo>
                  <a:pt x="17072" y="495300"/>
                  <a:pt x="0" y="478228"/>
                  <a:pt x="0" y="45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7705725" y="3667125"/>
            <a:ext cx="3933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Infrastructure Layer</a:t>
            </a:r>
            <a:endParaRPr sz="1600" b="0" i="0" u="none" strike="noStrike" cap="none"/>
          </a:p>
        </p:txBody>
      </p:sp>
      <p:sp>
        <p:nvSpPr>
          <p:cNvPr id="233" name="Google Shape;233;p7"/>
          <p:cNvSpPr/>
          <p:nvPr/>
        </p:nvSpPr>
        <p:spPr>
          <a:xfrm>
            <a:off x="7705725" y="3857625"/>
            <a:ext cx="3924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EC2 + Docker</a:t>
            </a:r>
            <a:endParaRPr sz="1600" b="0" i="0" u="none" strike="noStrike" cap="none"/>
          </a:p>
        </p:txBody>
      </p:sp>
      <p:sp>
        <p:nvSpPr>
          <p:cNvPr id="234" name="Google Shape;234;p7"/>
          <p:cNvSpPr/>
          <p:nvPr/>
        </p:nvSpPr>
        <p:spPr>
          <a:xfrm>
            <a:off x="7434263" y="4367213"/>
            <a:ext cx="4371975" cy="1952625"/>
          </a:xfrm>
          <a:custGeom>
            <a:avLst/>
            <a:gdLst/>
            <a:ahLst/>
            <a:cxnLst/>
            <a:rect l="l" t="t" r="r" b="b"/>
            <a:pathLst>
              <a:path w="4371975" h="1952625" extrusionOk="0">
                <a:moveTo>
                  <a:pt x="76191" y="0"/>
                </a:moveTo>
                <a:lnTo>
                  <a:pt x="4295784" y="0"/>
                </a:lnTo>
                <a:cubicBezTo>
                  <a:pt x="4337835" y="0"/>
                  <a:pt x="4371975" y="34140"/>
                  <a:pt x="4371975" y="76191"/>
                </a:cubicBezTo>
                <a:lnTo>
                  <a:pt x="4371975" y="1876434"/>
                </a:lnTo>
                <a:cubicBezTo>
                  <a:pt x="4371975" y="1918485"/>
                  <a:pt x="4337835" y="1952625"/>
                  <a:pt x="4295784" y="1952625"/>
                </a:cubicBezTo>
                <a:lnTo>
                  <a:pt x="76191" y="1952625"/>
                </a:lnTo>
                <a:cubicBezTo>
                  <a:pt x="34140" y="1952625"/>
                  <a:pt x="0" y="1918485"/>
                  <a:pt x="0" y="18764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7615238" y="45720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168302" y="50430"/>
                </a:moveTo>
                <a:lnTo>
                  <a:pt x="136155" y="82577"/>
                </a:lnTo>
                <a:cubicBezTo>
                  <a:pt x="133075" y="85658"/>
                  <a:pt x="128487" y="86562"/>
                  <a:pt x="124469" y="84888"/>
                </a:cubicBezTo>
                <a:cubicBezTo>
                  <a:pt x="120450" y="83214"/>
                  <a:pt x="117872" y="79329"/>
                  <a:pt x="117872" y="75009"/>
                </a:cubicBezTo>
                <a:lnTo>
                  <a:pt x="117872" y="53578"/>
                </a:ln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117872" y="32147"/>
                </a:lnTo>
                <a:lnTo>
                  <a:pt x="117872" y="10716"/>
                </a:lnTo>
                <a:cubicBezTo>
                  <a:pt x="117872" y="6396"/>
                  <a:pt x="120484" y="2478"/>
                  <a:pt x="124502" y="804"/>
                </a:cubicBezTo>
                <a:cubicBezTo>
                  <a:pt x="128521" y="-871"/>
                  <a:pt x="133108" y="67"/>
                  <a:pt x="136189" y="3114"/>
                </a:cubicBezTo>
                <a:lnTo>
                  <a:pt x="168336" y="35261"/>
                </a:lnTo>
                <a:cubicBezTo>
                  <a:pt x="172522" y="39447"/>
                  <a:pt x="172522" y="46245"/>
                  <a:pt x="168336" y="50430"/>
                </a:cubicBezTo>
                <a:close/>
                <a:moveTo>
                  <a:pt x="35261" y="168302"/>
                </a:moveTo>
                <a:lnTo>
                  <a:pt x="3114" y="136155"/>
                </a:lnTo>
                <a:cubicBezTo>
                  <a:pt x="-1072" y="131970"/>
                  <a:pt x="-1072" y="125172"/>
                  <a:pt x="3114" y="120986"/>
                </a:cubicBezTo>
                <a:lnTo>
                  <a:pt x="35261" y="88839"/>
                </a:lnTo>
                <a:cubicBezTo>
                  <a:pt x="38342" y="85758"/>
                  <a:pt x="42929" y="84854"/>
                  <a:pt x="46948" y="86529"/>
                </a:cubicBezTo>
                <a:cubicBezTo>
                  <a:pt x="50966" y="88203"/>
                  <a:pt x="53578" y="92121"/>
                  <a:pt x="53578" y="96441"/>
                </a:cubicBezTo>
                <a:lnTo>
                  <a:pt x="53578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cubicBezTo>
                  <a:pt x="171450" y="134515"/>
                  <a:pt x="166661" y="139303"/>
                  <a:pt x="160734" y="139303"/>
                </a:cubicBezTo>
                <a:lnTo>
                  <a:pt x="53578" y="139303"/>
                </a:lnTo>
                <a:lnTo>
                  <a:pt x="53578" y="160734"/>
                </a:lnTo>
                <a:cubicBezTo>
                  <a:pt x="53578" y="165054"/>
                  <a:pt x="50966" y="168972"/>
                  <a:pt x="46948" y="170646"/>
                </a:cubicBezTo>
                <a:cubicBezTo>
                  <a:pt x="42929" y="172321"/>
                  <a:pt x="38342" y="171383"/>
                  <a:pt x="35261" y="168336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7810500" y="4524375"/>
            <a:ext cx="3924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Data Flow</a:t>
            </a:r>
            <a:endParaRPr sz="1600" b="0" i="0" u="none" strike="noStrike" cap="none"/>
          </a:p>
        </p:txBody>
      </p:sp>
      <p:sp>
        <p:nvSpPr>
          <p:cNvPr id="237" name="Google Shape;237;p7"/>
          <p:cNvSpPr/>
          <p:nvPr/>
        </p:nvSpPr>
        <p:spPr>
          <a:xfrm>
            <a:off x="7591425" y="4905375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sz="1600" b="0" i="0" u="none" strike="noStrike" cap="none"/>
          </a:p>
        </p:txBody>
      </p:sp>
      <p:sp>
        <p:nvSpPr>
          <p:cNvPr id="238" name="Google Shape;238;p7"/>
          <p:cNvSpPr/>
          <p:nvPr/>
        </p:nvSpPr>
        <p:spPr>
          <a:xfrm>
            <a:off x="7741295" y="4905375"/>
            <a:ext cx="20097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sends message via Telegram</a:t>
            </a:r>
            <a:endParaRPr sz="1600" b="0" i="0" u="none" strike="noStrike" cap="none"/>
          </a:p>
        </p:txBody>
      </p:sp>
      <p:sp>
        <p:nvSpPr>
          <p:cNvPr id="239" name="Google Shape;239;p7"/>
          <p:cNvSpPr/>
          <p:nvPr/>
        </p:nvSpPr>
        <p:spPr>
          <a:xfrm>
            <a:off x="7591425" y="5172075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sz="1600" b="0" i="0" u="none" strike="noStrike" cap="none"/>
          </a:p>
        </p:txBody>
      </p:sp>
      <p:sp>
        <p:nvSpPr>
          <p:cNvPr id="240" name="Google Shape;240;p7"/>
          <p:cNvSpPr/>
          <p:nvPr/>
        </p:nvSpPr>
        <p:spPr>
          <a:xfrm>
            <a:off x="7766893" y="5172075"/>
            <a:ext cx="2105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Webhook delivers to EC2 container</a:t>
            </a:r>
            <a:endParaRPr sz="1600" b="0" i="0" u="none" strike="noStrike" cap="none"/>
          </a:p>
        </p:txBody>
      </p:sp>
      <p:sp>
        <p:nvSpPr>
          <p:cNvPr id="241" name="Google Shape;241;p7"/>
          <p:cNvSpPr/>
          <p:nvPr/>
        </p:nvSpPr>
        <p:spPr>
          <a:xfrm>
            <a:off x="7591425" y="5438775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sz="1600" b="0" i="0" u="none" strike="noStrike" cap="none"/>
          </a:p>
        </p:txBody>
      </p:sp>
      <p:sp>
        <p:nvSpPr>
          <p:cNvPr id="242" name="Google Shape;242;p7"/>
          <p:cNvSpPr/>
          <p:nvPr/>
        </p:nvSpPr>
        <p:spPr>
          <a:xfrm>
            <a:off x="7770316" y="5438775"/>
            <a:ext cx="1657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processes with LLM API</a:t>
            </a:r>
            <a:endParaRPr sz="1600" b="0" i="0" u="none" strike="noStrike" cap="none"/>
          </a:p>
        </p:txBody>
      </p:sp>
      <p:sp>
        <p:nvSpPr>
          <p:cNvPr id="243" name="Google Shape;243;p7"/>
          <p:cNvSpPr/>
          <p:nvPr/>
        </p:nvSpPr>
        <p:spPr>
          <a:xfrm>
            <a:off x="7591425" y="5705475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sz="1600" b="0" i="0" u="none" strike="noStrike" cap="none"/>
          </a:p>
        </p:txBody>
      </p:sp>
      <p:sp>
        <p:nvSpPr>
          <p:cNvPr id="244" name="Google Shape;244;p7"/>
          <p:cNvSpPr/>
          <p:nvPr/>
        </p:nvSpPr>
        <p:spPr>
          <a:xfrm>
            <a:off x="7766745" y="5705475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Conversation logged to RDS</a:t>
            </a:r>
            <a:endParaRPr sz="1600" b="0" i="0" u="none" strike="noStrike" cap="none"/>
          </a:p>
        </p:txBody>
      </p:sp>
      <p:sp>
        <p:nvSpPr>
          <p:cNvPr id="245" name="Google Shape;245;p7"/>
          <p:cNvSpPr/>
          <p:nvPr/>
        </p:nvSpPr>
        <p:spPr>
          <a:xfrm>
            <a:off x="7591425" y="5972175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endParaRPr sz="1600" b="0" i="0" u="none" strike="noStrike" cap="none"/>
          </a:p>
        </p:txBody>
      </p:sp>
      <p:sp>
        <p:nvSpPr>
          <p:cNvPr id="246" name="Google Shape;246;p7"/>
          <p:cNvSpPr/>
          <p:nvPr/>
        </p:nvSpPr>
        <p:spPr>
          <a:xfrm>
            <a:off x="7770763" y="5972175"/>
            <a:ext cx="1638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 sent back to user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Technical Foundation</a:t>
            </a:r>
            <a:endParaRPr sz="1600" b="0" i="0" u="none" strike="noStrike" cap="none"/>
          </a:p>
        </p:txBody>
      </p:sp>
      <p:sp>
        <p:nvSpPr>
          <p:cNvPr id="253" name="Google Shape;253;p8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Technology Stack</a:t>
            </a:r>
            <a:endParaRPr sz="1600" b="0" i="0" u="none" strike="noStrike" cap="none"/>
          </a:p>
        </p:txBody>
      </p:sp>
      <p:sp>
        <p:nvSpPr>
          <p:cNvPr id="254" name="Google Shape;254;p8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5" name="Google Shape;255;p8"/>
          <p:cNvSpPr/>
          <p:nvPr/>
        </p:nvSpPr>
        <p:spPr>
          <a:xfrm>
            <a:off x="385763" y="1376363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 extrusionOk="0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2371721"/>
                </a:lnTo>
                <a:cubicBezTo>
                  <a:pt x="3695700" y="2413807"/>
                  <a:pt x="3661582" y="2447925"/>
                  <a:pt x="3619496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5429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57225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114300" y="214313"/>
                </a:moveTo>
                <a:cubicBezTo>
                  <a:pt x="177433" y="214313"/>
                  <a:pt x="228600" y="166315"/>
                  <a:pt x="228600" y="107156"/>
                </a:cubicBezTo>
                <a:cubicBezTo>
                  <a:pt x="228600" y="47997"/>
                  <a:pt x="177433" y="0"/>
                  <a:pt x="114300" y="0"/>
                </a:cubicBezTo>
                <a:cubicBezTo>
                  <a:pt x="51167" y="0"/>
                  <a:pt x="0" y="47997"/>
                  <a:pt x="0" y="107156"/>
                </a:cubicBezTo>
                <a:cubicBezTo>
                  <a:pt x="0" y="131400"/>
                  <a:pt x="8573" y="153725"/>
                  <a:pt x="23039" y="171673"/>
                </a:cubicBezTo>
                <a:lnTo>
                  <a:pt x="1250" y="212884"/>
                </a:lnTo>
                <a:cubicBezTo>
                  <a:pt x="-893" y="216902"/>
                  <a:pt x="-223" y="221813"/>
                  <a:pt x="2858" y="225162"/>
                </a:cubicBezTo>
                <a:cubicBezTo>
                  <a:pt x="5938" y="228511"/>
                  <a:pt x="10805" y="229538"/>
                  <a:pt x="14957" y="227752"/>
                </a:cubicBezTo>
                <a:lnTo>
                  <a:pt x="67821" y="205115"/>
                </a:lnTo>
                <a:cubicBezTo>
                  <a:pt x="82019" y="211009"/>
                  <a:pt x="97735" y="214313"/>
                  <a:pt x="114300" y="214313"/>
                </a:cubicBezTo>
                <a:close/>
                <a:moveTo>
                  <a:pt x="57150" y="92869"/>
                </a:moveTo>
                <a:cubicBezTo>
                  <a:pt x="65035" y="92869"/>
                  <a:pt x="71438" y="99271"/>
                  <a:pt x="71438" y="107156"/>
                </a:cubicBezTo>
                <a:cubicBezTo>
                  <a:pt x="71438" y="115042"/>
                  <a:pt x="65035" y="121444"/>
                  <a:pt x="57150" y="121444"/>
                </a:cubicBezTo>
                <a:cubicBezTo>
                  <a:pt x="49265" y="121444"/>
                  <a:pt x="42863" y="115042"/>
                  <a:pt x="42863" y="107156"/>
                </a:cubicBezTo>
                <a:cubicBezTo>
                  <a:pt x="42863" y="99271"/>
                  <a:pt x="49265" y="92869"/>
                  <a:pt x="57150" y="92869"/>
                </a:cubicBezTo>
                <a:close/>
                <a:moveTo>
                  <a:pt x="114300" y="92869"/>
                </a:moveTo>
                <a:cubicBezTo>
                  <a:pt x="122185" y="92869"/>
                  <a:pt x="128588" y="99271"/>
                  <a:pt x="128588" y="107156"/>
                </a:cubicBezTo>
                <a:cubicBezTo>
                  <a:pt x="128588" y="115042"/>
                  <a:pt x="122185" y="121444"/>
                  <a:pt x="114300" y="121444"/>
                </a:cubicBezTo>
                <a:cubicBezTo>
                  <a:pt x="106415" y="121444"/>
                  <a:pt x="100013" y="115042"/>
                  <a:pt x="100013" y="107156"/>
                </a:cubicBezTo>
                <a:cubicBezTo>
                  <a:pt x="100013" y="99271"/>
                  <a:pt x="106415" y="92869"/>
                  <a:pt x="114300" y="92869"/>
                </a:cubicBezTo>
                <a:close/>
                <a:moveTo>
                  <a:pt x="157163" y="107156"/>
                </a:moveTo>
                <a:cubicBezTo>
                  <a:pt x="157163" y="99271"/>
                  <a:pt x="163565" y="92869"/>
                  <a:pt x="171450" y="92869"/>
                </a:cubicBezTo>
                <a:cubicBezTo>
                  <a:pt x="179335" y="92869"/>
                  <a:pt x="185738" y="99271"/>
                  <a:pt x="185738" y="107156"/>
                </a:cubicBezTo>
                <a:cubicBezTo>
                  <a:pt x="185738" y="115042"/>
                  <a:pt x="179335" y="121444"/>
                  <a:pt x="171450" y="121444"/>
                </a:cubicBezTo>
                <a:cubicBezTo>
                  <a:pt x="163565" y="121444"/>
                  <a:pt x="157163" y="115042"/>
                  <a:pt x="157163" y="107156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1114425" y="1628775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Frontend</a:t>
            </a:r>
            <a:endParaRPr sz="1600" b="0" i="0" u="none" strike="noStrike" cap="none"/>
          </a:p>
        </p:txBody>
      </p:sp>
      <p:sp>
        <p:nvSpPr>
          <p:cNvPr id="259" name="Google Shape;259;p8"/>
          <p:cNvSpPr/>
          <p:nvPr/>
        </p:nvSpPr>
        <p:spPr>
          <a:xfrm>
            <a:off x="542925" y="210502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681038" y="2238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95250" y="2977"/>
                </a:moveTo>
                <a:cubicBezTo>
                  <a:pt x="44323" y="2977"/>
                  <a:pt x="2977" y="44323"/>
                  <a:pt x="2977" y="95250"/>
                </a:cubicBezTo>
                <a:cubicBezTo>
                  <a:pt x="2977" y="146177"/>
                  <a:pt x="44323" y="187523"/>
                  <a:pt x="95250" y="187523"/>
                </a:cubicBezTo>
                <a:cubicBezTo>
                  <a:pt x="146177" y="187523"/>
                  <a:pt x="187523" y="146177"/>
                  <a:pt x="187523" y="95250"/>
                </a:cubicBezTo>
                <a:cubicBezTo>
                  <a:pt x="187523" y="44323"/>
                  <a:pt x="146177" y="2977"/>
                  <a:pt x="95250" y="2977"/>
                </a:cubicBezTo>
                <a:close/>
                <a:moveTo>
                  <a:pt x="138038" y="65745"/>
                </a:moveTo>
                <a:cubicBezTo>
                  <a:pt x="136661" y="80330"/>
                  <a:pt x="130634" y="115751"/>
                  <a:pt x="127583" y="132085"/>
                </a:cubicBezTo>
                <a:cubicBezTo>
                  <a:pt x="126281" y="139005"/>
                  <a:pt x="123751" y="141312"/>
                  <a:pt x="121295" y="141536"/>
                </a:cubicBezTo>
                <a:cubicBezTo>
                  <a:pt x="115937" y="142019"/>
                  <a:pt x="111882" y="138001"/>
                  <a:pt x="106673" y="134578"/>
                </a:cubicBezTo>
                <a:cubicBezTo>
                  <a:pt x="98561" y="129257"/>
                  <a:pt x="93948" y="125946"/>
                  <a:pt x="86097" y="120737"/>
                </a:cubicBezTo>
                <a:cubicBezTo>
                  <a:pt x="76981" y="114746"/>
                  <a:pt x="82897" y="111435"/>
                  <a:pt x="88069" y="106040"/>
                </a:cubicBezTo>
                <a:cubicBezTo>
                  <a:pt x="89446" y="104626"/>
                  <a:pt x="113035" y="83158"/>
                  <a:pt x="113481" y="81223"/>
                </a:cubicBezTo>
                <a:cubicBezTo>
                  <a:pt x="113556" y="80963"/>
                  <a:pt x="113593" y="80070"/>
                  <a:pt x="113035" y="79586"/>
                </a:cubicBezTo>
                <a:cubicBezTo>
                  <a:pt x="112477" y="79102"/>
                  <a:pt x="111696" y="79288"/>
                  <a:pt x="111137" y="79400"/>
                </a:cubicBezTo>
                <a:cubicBezTo>
                  <a:pt x="110319" y="79586"/>
                  <a:pt x="97334" y="88143"/>
                  <a:pt x="72219" y="105110"/>
                </a:cubicBezTo>
                <a:cubicBezTo>
                  <a:pt x="68535" y="107640"/>
                  <a:pt x="65187" y="108868"/>
                  <a:pt x="62210" y="108793"/>
                </a:cubicBezTo>
                <a:cubicBezTo>
                  <a:pt x="58899" y="108719"/>
                  <a:pt x="52574" y="106933"/>
                  <a:pt x="47848" y="105408"/>
                </a:cubicBezTo>
                <a:cubicBezTo>
                  <a:pt x="42081" y="103547"/>
                  <a:pt x="37467" y="102543"/>
                  <a:pt x="37877" y="99343"/>
                </a:cubicBezTo>
                <a:cubicBezTo>
                  <a:pt x="38100" y="97668"/>
                  <a:pt x="40370" y="95994"/>
                  <a:pt x="44723" y="94245"/>
                </a:cubicBezTo>
                <a:cubicBezTo>
                  <a:pt x="71624" y="82525"/>
                  <a:pt x="89557" y="74786"/>
                  <a:pt x="98524" y="71065"/>
                </a:cubicBezTo>
                <a:cubicBezTo>
                  <a:pt x="124160" y="60424"/>
                  <a:pt x="129480" y="58564"/>
                  <a:pt x="132941" y="58489"/>
                </a:cubicBezTo>
                <a:cubicBezTo>
                  <a:pt x="133722" y="58489"/>
                  <a:pt x="135396" y="58675"/>
                  <a:pt x="136513" y="59568"/>
                </a:cubicBezTo>
                <a:cubicBezTo>
                  <a:pt x="137257" y="60201"/>
                  <a:pt x="137703" y="61094"/>
                  <a:pt x="137815" y="62061"/>
                </a:cubicBezTo>
                <a:cubicBezTo>
                  <a:pt x="138001" y="63252"/>
                  <a:pt x="138038" y="64480"/>
                  <a:pt x="137964" y="65708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971550" y="2219325"/>
            <a:ext cx="1238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Telegram Bot API</a:t>
            </a:r>
            <a:endParaRPr sz="1600" b="0" i="0" u="none" strike="noStrike" cap="none"/>
          </a:p>
        </p:txBody>
      </p:sp>
      <p:sp>
        <p:nvSpPr>
          <p:cNvPr id="262" name="Google Shape;262;p8"/>
          <p:cNvSpPr/>
          <p:nvPr/>
        </p:nvSpPr>
        <p:spPr>
          <a:xfrm>
            <a:off x="657225" y="252412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Messaging platform with 700M+ users</a:t>
            </a:r>
            <a:endParaRPr sz="1600" b="0" i="0" u="none" strike="noStrike" cap="none"/>
          </a:p>
        </p:txBody>
      </p:sp>
      <p:sp>
        <p:nvSpPr>
          <p:cNvPr id="263" name="Google Shape;263;p8"/>
          <p:cNvSpPr/>
          <p:nvPr/>
        </p:nvSpPr>
        <p:spPr>
          <a:xfrm>
            <a:off x="542925" y="294322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692944" y="30765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 extrusionOk="0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971550" y="3057525"/>
            <a:ext cx="1495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python-telegram-bot</a:t>
            </a:r>
            <a:endParaRPr sz="1600" b="0" i="0" u="none" strike="noStrike" cap="none"/>
          </a:p>
        </p:txBody>
      </p:sp>
      <p:sp>
        <p:nvSpPr>
          <p:cNvPr id="266" name="Google Shape;266;p8"/>
          <p:cNvSpPr/>
          <p:nvPr/>
        </p:nvSpPr>
        <p:spPr>
          <a:xfrm>
            <a:off x="657225" y="336232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 wrapper for Bot API</a:t>
            </a:r>
            <a:endParaRPr sz="1600" b="0" i="0" u="none" strike="noStrike" cap="none"/>
          </a:p>
        </p:txBody>
      </p:sp>
      <p:sp>
        <p:nvSpPr>
          <p:cNvPr id="267" name="Google Shape;267;p8"/>
          <p:cNvSpPr/>
          <p:nvPr/>
        </p:nvSpPr>
        <p:spPr>
          <a:xfrm>
            <a:off x="385763" y="3948112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 extrusionOk="0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2371721"/>
                </a:lnTo>
                <a:cubicBezTo>
                  <a:pt x="3695700" y="2413807"/>
                  <a:pt x="3661582" y="2447925"/>
                  <a:pt x="3619496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542925" y="4105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642938" y="42195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1114425" y="4200525"/>
            <a:ext cx="828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Backend</a:t>
            </a:r>
            <a:endParaRPr sz="1600" b="0" i="0" u="none" strike="noStrike" cap="none"/>
          </a:p>
        </p:txBody>
      </p:sp>
      <p:sp>
        <p:nvSpPr>
          <p:cNvPr id="271" name="Google Shape;271;p8"/>
          <p:cNvSpPr/>
          <p:nvPr/>
        </p:nvSpPr>
        <p:spPr>
          <a:xfrm>
            <a:off x="542925" y="467677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692944" y="48101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 extrusionOk="0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971550" y="4791075"/>
            <a:ext cx="885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Python 3.9+</a:t>
            </a:r>
            <a:endParaRPr sz="1600" b="0" i="0" u="none" strike="noStrike" cap="none"/>
          </a:p>
        </p:txBody>
      </p:sp>
      <p:sp>
        <p:nvSpPr>
          <p:cNvPr id="274" name="Google Shape;274;p8"/>
          <p:cNvSpPr/>
          <p:nvPr/>
        </p:nvSpPr>
        <p:spPr>
          <a:xfrm>
            <a:off x="657225" y="509587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programming language</a:t>
            </a:r>
            <a:endParaRPr sz="1600" b="0" i="0" u="none" strike="noStrike" cap="none"/>
          </a:p>
        </p:txBody>
      </p:sp>
      <p:sp>
        <p:nvSpPr>
          <p:cNvPr id="275" name="Google Shape;275;p8"/>
          <p:cNvSpPr/>
          <p:nvPr/>
        </p:nvSpPr>
        <p:spPr>
          <a:xfrm>
            <a:off x="542925" y="551497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692944" y="56483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 extrusionOk="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971550" y="5629275"/>
            <a:ext cx="428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Flask</a:t>
            </a:r>
            <a:endParaRPr sz="1600" b="0" i="0" u="none" strike="noStrike" cap="none"/>
          </a:p>
        </p:txBody>
      </p:sp>
      <p:sp>
        <p:nvSpPr>
          <p:cNvPr id="278" name="Google Shape;278;p8"/>
          <p:cNvSpPr/>
          <p:nvPr/>
        </p:nvSpPr>
        <p:spPr>
          <a:xfrm>
            <a:off x="657225" y="593407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Lightweight web framework</a:t>
            </a:r>
            <a:endParaRPr sz="1600" b="0" i="0" u="none" strike="noStrike" cap="none"/>
          </a:p>
        </p:txBody>
      </p:sp>
      <p:sp>
        <p:nvSpPr>
          <p:cNvPr id="279" name="Google Shape;279;p8"/>
          <p:cNvSpPr/>
          <p:nvPr/>
        </p:nvSpPr>
        <p:spPr>
          <a:xfrm>
            <a:off x="4246513" y="1376363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 extrusionOk="0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2371721"/>
                </a:lnTo>
                <a:cubicBezTo>
                  <a:pt x="3695700" y="2413807"/>
                  <a:pt x="3661582" y="2447925"/>
                  <a:pt x="3619496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4036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4517975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4975175" y="1628775"/>
            <a:ext cx="619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AI/ML</a:t>
            </a:r>
            <a:endParaRPr sz="1600" b="0" i="0" u="none" strike="noStrike" cap="none"/>
          </a:p>
        </p:txBody>
      </p:sp>
      <p:sp>
        <p:nvSpPr>
          <p:cNvPr id="283" name="Google Shape;283;p8"/>
          <p:cNvSpPr/>
          <p:nvPr/>
        </p:nvSpPr>
        <p:spPr>
          <a:xfrm>
            <a:off x="4403675" y="210502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517975" y="22383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 extrusionOk="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4832300" y="2219325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HKBU LLM API</a:t>
            </a:r>
            <a:endParaRPr sz="1600" b="0" i="0" u="none" strike="noStrike" cap="none"/>
          </a:p>
        </p:txBody>
      </p:sp>
      <p:sp>
        <p:nvSpPr>
          <p:cNvPr id="286" name="Google Shape;286;p8"/>
          <p:cNvSpPr/>
          <p:nvPr/>
        </p:nvSpPr>
        <p:spPr>
          <a:xfrm>
            <a:off x="4517975" y="252412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University-provided language model</a:t>
            </a:r>
            <a:endParaRPr sz="1600" b="0" i="0" u="none" strike="noStrike" cap="none"/>
          </a:p>
        </p:txBody>
      </p:sp>
      <p:sp>
        <p:nvSpPr>
          <p:cNvPr id="287" name="Google Shape;287;p8"/>
          <p:cNvSpPr/>
          <p:nvPr/>
        </p:nvSpPr>
        <p:spPr>
          <a:xfrm>
            <a:off x="4403675" y="294322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4541788" y="3076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4832300" y="3057525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Prompt Engineering</a:t>
            </a:r>
            <a:endParaRPr sz="1600" b="0" i="0" u="none" strike="noStrike" cap="none"/>
          </a:p>
        </p:txBody>
      </p:sp>
      <p:sp>
        <p:nvSpPr>
          <p:cNvPr id="290" name="Google Shape;290;p8"/>
          <p:cNvSpPr/>
          <p:nvPr/>
        </p:nvSpPr>
        <p:spPr>
          <a:xfrm>
            <a:off x="4517975" y="336232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Context-aware templates</a:t>
            </a:r>
            <a:endParaRPr sz="1600" b="0" i="0" u="none" strike="noStrike" cap="none"/>
          </a:p>
        </p:txBody>
      </p:sp>
      <p:sp>
        <p:nvSpPr>
          <p:cNvPr id="291" name="Google Shape;291;p8"/>
          <p:cNvSpPr/>
          <p:nvPr/>
        </p:nvSpPr>
        <p:spPr>
          <a:xfrm>
            <a:off x="4246513" y="3948112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 extrusionOk="0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2371721"/>
                </a:lnTo>
                <a:cubicBezTo>
                  <a:pt x="3695700" y="2413807"/>
                  <a:pt x="3661582" y="2447925"/>
                  <a:pt x="3619496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4403675" y="4105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4532263" y="42195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 extrusionOk="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4975175" y="4200525"/>
            <a:ext cx="885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Database</a:t>
            </a:r>
            <a:endParaRPr sz="1600" b="0" i="0" u="none" strike="noStrike" cap="none"/>
          </a:p>
        </p:txBody>
      </p:sp>
      <p:sp>
        <p:nvSpPr>
          <p:cNvPr id="295" name="Google Shape;295;p8"/>
          <p:cNvSpPr/>
          <p:nvPr/>
        </p:nvSpPr>
        <p:spPr>
          <a:xfrm>
            <a:off x="4403675" y="467677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4553694" y="48101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 extrusionOk="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4832300" y="4791075"/>
            <a:ext cx="1590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AWS RDS PostgreSQL</a:t>
            </a:r>
            <a:endParaRPr sz="1600" b="0" i="0" u="none" strike="noStrike" cap="none"/>
          </a:p>
        </p:txBody>
      </p:sp>
      <p:sp>
        <p:nvSpPr>
          <p:cNvPr id="298" name="Google Shape;298;p8"/>
          <p:cNvSpPr/>
          <p:nvPr/>
        </p:nvSpPr>
        <p:spPr>
          <a:xfrm>
            <a:off x="4517975" y="509587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Managed relational database</a:t>
            </a:r>
            <a:endParaRPr sz="1600" b="0" i="0" u="none" strike="noStrike" cap="none"/>
          </a:p>
        </p:txBody>
      </p:sp>
      <p:sp>
        <p:nvSpPr>
          <p:cNvPr id="299" name="Google Shape;299;p8"/>
          <p:cNvSpPr/>
          <p:nvPr/>
        </p:nvSpPr>
        <p:spPr>
          <a:xfrm>
            <a:off x="4403675" y="551497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4553694" y="56483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 extrusionOk="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4832300" y="5629275"/>
            <a:ext cx="752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psycopg2</a:t>
            </a:r>
            <a:endParaRPr sz="1600" b="0" i="0" u="none" strike="noStrike" cap="none"/>
          </a:p>
        </p:txBody>
      </p:sp>
      <p:sp>
        <p:nvSpPr>
          <p:cNvPr id="302" name="Google Shape;302;p8"/>
          <p:cNvSpPr/>
          <p:nvPr/>
        </p:nvSpPr>
        <p:spPr>
          <a:xfrm>
            <a:off x="4517975" y="593407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 adapter for Python</a:t>
            </a:r>
            <a:endParaRPr sz="1600" b="0" i="0" u="none" strike="noStrike" cap="none"/>
          </a:p>
        </p:txBody>
      </p:sp>
      <p:sp>
        <p:nvSpPr>
          <p:cNvPr id="303" name="Google Shape;303;p8"/>
          <p:cNvSpPr/>
          <p:nvPr/>
        </p:nvSpPr>
        <p:spPr>
          <a:xfrm>
            <a:off x="8107263" y="1376363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 extrusionOk="0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2371721"/>
                </a:lnTo>
                <a:cubicBezTo>
                  <a:pt x="3695700" y="2413807"/>
                  <a:pt x="3661582" y="2447925"/>
                  <a:pt x="3619496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8264426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8364438" y="16478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8835926" y="1628775"/>
            <a:ext cx="590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Cloud</a:t>
            </a:r>
            <a:endParaRPr sz="1600" b="0" i="0" u="none" strike="noStrike" cap="none"/>
          </a:p>
        </p:txBody>
      </p:sp>
      <p:sp>
        <p:nvSpPr>
          <p:cNvPr id="307" name="Google Shape;307;p8"/>
          <p:cNvSpPr/>
          <p:nvPr/>
        </p:nvSpPr>
        <p:spPr>
          <a:xfrm>
            <a:off x="8264426" y="210502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8378726" y="22383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 extrusionOk="0">
                <a:moveTo>
                  <a:pt x="67121" y="75530"/>
                </a:moveTo>
                <a:cubicBezTo>
                  <a:pt x="66861" y="83939"/>
                  <a:pt x="71065" y="87697"/>
                  <a:pt x="71177" y="90041"/>
                </a:cubicBezTo>
                <a:cubicBezTo>
                  <a:pt x="71140" y="90525"/>
                  <a:pt x="70954" y="90971"/>
                  <a:pt x="70693" y="91380"/>
                </a:cubicBezTo>
                <a:cubicBezTo>
                  <a:pt x="70433" y="91790"/>
                  <a:pt x="70061" y="92125"/>
                  <a:pt x="69652" y="92348"/>
                </a:cubicBezTo>
                <a:lnTo>
                  <a:pt x="64889" y="95696"/>
                </a:lnTo>
                <a:cubicBezTo>
                  <a:pt x="64257" y="96143"/>
                  <a:pt x="63550" y="96366"/>
                  <a:pt x="62805" y="96403"/>
                </a:cubicBezTo>
                <a:cubicBezTo>
                  <a:pt x="62657" y="96403"/>
                  <a:pt x="59754" y="97073"/>
                  <a:pt x="55178" y="86878"/>
                </a:cubicBezTo>
                <a:cubicBezTo>
                  <a:pt x="52387" y="90376"/>
                  <a:pt x="48853" y="93166"/>
                  <a:pt x="44797" y="95064"/>
                </a:cubicBezTo>
                <a:cubicBezTo>
                  <a:pt x="40742" y="96962"/>
                  <a:pt x="36351" y="97929"/>
                  <a:pt x="31886" y="97854"/>
                </a:cubicBezTo>
                <a:cubicBezTo>
                  <a:pt x="25822" y="98189"/>
                  <a:pt x="9413" y="94431"/>
                  <a:pt x="10269" y="76944"/>
                </a:cubicBezTo>
                <a:cubicBezTo>
                  <a:pt x="9674" y="62694"/>
                  <a:pt x="22957" y="53839"/>
                  <a:pt x="36649" y="54620"/>
                </a:cubicBezTo>
                <a:cubicBezTo>
                  <a:pt x="39291" y="54620"/>
                  <a:pt x="44686" y="54769"/>
                  <a:pt x="54136" y="56964"/>
                </a:cubicBezTo>
                <a:lnTo>
                  <a:pt x="54136" y="51160"/>
                </a:lnTo>
                <a:cubicBezTo>
                  <a:pt x="55141" y="41300"/>
                  <a:pt x="48667" y="33672"/>
                  <a:pt x="37467" y="34826"/>
                </a:cubicBezTo>
                <a:cubicBezTo>
                  <a:pt x="36575" y="34826"/>
                  <a:pt x="30249" y="34640"/>
                  <a:pt x="20427" y="38584"/>
                </a:cubicBezTo>
                <a:cubicBezTo>
                  <a:pt x="17673" y="39849"/>
                  <a:pt x="17338" y="39625"/>
                  <a:pt x="16408" y="39625"/>
                </a:cubicBezTo>
                <a:cubicBezTo>
                  <a:pt x="13655" y="39625"/>
                  <a:pt x="14771" y="31626"/>
                  <a:pt x="15329" y="30621"/>
                </a:cubicBezTo>
                <a:cubicBezTo>
                  <a:pt x="17264" y="28240"/>
                  <a:pt x="28687" y="23775"/>
                  <a:pt x="39849" y="23850"/>
                </a:cubicBezTo>
                <a:cubicBezTo>
                  <a:pt x="47327" y="23180"/>
                  <a:pt x="54769" y="25487"/>
                  <a:pt x="60573" y="30287"/>
                </a:cubicBezTo>
                <a:cubicBezTo>
                  <a:pt x="62917" y="32928"/>
                  <a:pt x="64740" y="36016"/>
                  <a:pt x="65856" y="39365"/>
                </a:cubicBezTo>
                <a:cubicBezTo>
                  <a:pt x="66973" y="42714"/>
                  <a:pt x="67419" y="46248"/>
                  <a:pt x="67159" y="49783"/>
                </a:cubicBezTo>
                <a:lnTo>
                  <a:pt x="67159" y="75567"/>
                </a:lnTo>
                <a:close/>
                <a:moveTo>
                  <a:pt x="34975" y="87585"/>
                </a:moveTo>
                <a:cubicBezTo>
                  <a:pt x="47030" y="87399"/>
                  <a:pt x="52164" y="80144"/>
                  <a:pt x="53318" y="76237"/>
                </a:cubicBezTo>
                <a:cubicBezTo>
                  <a:pt x="54248" y="72479"/>
                  <a:pt x="54099" y="70135"/>
                  <a:pt x="54099" y="66042"/>
                </a:cubicBezTo>
                <a:cubicBezTo>
                  <a:pt x="50490" y="65187"/>
                  <a:pt x="45318" y="64219"/>
                  <a:pt x="39365" y="64219"/>
                </a:cubicBezTo>
                <a:cubicBezTo>
                  <a:pt x="33710" y="63810"/>
                  <a:pt x="23440" y="66303"/>
                  <a:pt x="23850" y="76237"/>
                </a:cubicBezTo>
                <a:cubicBezTo>
                  <a:pt x="23403" y="82488"/>
                  <a:pt x="27980" y="87920"/>
                  <a:pt x="35012" y="87585"/>
                </a:cubicBezTo>
                <a:close/>
                <a:moveTo>
                  <a:pt x="98561" y="96180"/>
                </a:moveTo>
                <a:cubicBezTo>
                  <a:pt x="95622" y="96441"/>
                  <a:pt x="94283" y="94357"/>
                  <a:pt x="93836" y="92311"/>
                </a:cubicBezTo>
                <a:lnTo>
                  <a:pt x="75307" y="31031"/>
                </a:lnTo>
                <a:cubicBezTo>
                  <a:pt x="74935" y="29989"/>
                  <a:pt x="74712" y="28947"/>
                  <a:pt x="74600" y="27831"/>
                </a:cubicBezTo>
                <a:cubicBezTo>
                  <a:pt x="74526" y="27384"/>
                  <a:pt x="74637" y="26938"/>
                  <a:pt x="74898" y="26566"/>
                </a:cubicBezTo>
                <a:cubicBezTo>
                  <a:pt x="75158" y="26194"/>
                  <a:pt x="75567" y="25971"/>
                  <a:pt x="76014" y="25896"/>
                </a:cubicBezTo>
                <a:cubicBezTo>
                  <a:pt x="76088" y="25896"/>
                  <a:pt x="75233" y="25896"/>
                  <a:pt x="84274" y="25896"/>
                </a:cubicBezTo>
                <a:cubicBezTo>
                  <a:pt x="87548" y="25561"/>
                  <a:pt x="88590" y="28129"/>
                  <a:pt x="88962" y="29766"/>
                </a:cubicBezTo>
                <a:lnTo>
                  <a:pt x="102282" y="82153"/>
                </a:lnTo>
                <a:lnTo>
                  <a:pt x="114635" y="29766"/>
                </a:lnTo>
                <a:cubicBezTo>
                  <a:pt x="114821" y="28575"/>
                  <a:pt x="115714" y="25636"/>
                  <a:pt x="119397" y="25971"/>
                </a:cubicBezTo>
                <a:lnTo>
                  <a:pt x="125797" y="25971"/>
                </a:lnTo>
                <a:cubicBezTo>
                  <a:pt x="126616" y="25896"/>
                  <a:pt x="129927" y="25784"/>
                  <a:pt x="130522" y="29840"/>
                </a:cubicBezTo>
                <a:lnTo>
                  <a:pt x="142912" y="82860"/>
                </a:lnTo>
                <a:lnTo>
                  <a:pt x="156642" y="29803"/>
                </a:lnTo>
                <a:cubicBezTo>
                  <a:pt x="156828" y="28984"/>
                  <a:pt x="157646" y="25561"/>
                  <a:pt x="161367" y="25933"/>
                </a:cubicBezTo>
                <a:lnTo>
                  <a:pt x="168697" y="25933"/>
                </a:lnTo>
                <a:cubicBezTo>
                  <a:pt x="169032" y="25896"/>
                  <a:pt x="171004" y="25636"/>
                  <a:pt x="170669" y="29133"/>
                </a:cubicBezTo>
                <a:cubicBezTo>
                  <a:pt x="170520" y="29803"/>
                  <a:pt x="171934" y="25152"/>
                  <a:pt x="151023" y="92348"/>
                </a:cubicBezTo>
                <a:cubicBezTo>
                  <a:pt x="150614" y="94394"/>
                  <a:pt x="149237" y="96478"/>
                  <a:pt x="146298" y="96217"/>
                </a:cubicBezTo>
                <a:lnTo>
                  <a:pt x="139340" y="96217"/>
                </a:lnTo>
                <a:cubicBezTo>
                  <a:pt x="135285" y="96664"/>
                  <a:pt x="134689" y="92608"/>
                  <a:pt x="134615" y="92236"/>
                </a:cubicBezTo>
                <a:lnTo>
                  <a:pt x="122262" y="41225"/>
                </a:lnTo>
                <a:lnTo>
                  <a:pt x="110058" y="92199"/>
                </a:lnTo>
                <a:cubicBezTo>
                  <a:pt x="109984" y="92608"/>
                  <a:pt x="109426" y="96627"/>
                  <a:pt x="105333" y="96180"/>
                </a:cubicBezTo>
                <a:lnTo>
                  <a:pt x="98524" y="96180"/>
                </a:lnTo>
                <a:lnTo>
                  <a:pt x="98524" y="96180"/>
                </a:lnTo>
                <a:close/>
                <a:moveTo>
                  <a:pt x="200323" y="98264"/>
                </a:moveTo>
                <a:cubicBezTo>
                  <a:pt x="198127" y="98264"/>
                  <a:pt x="187709" y="98152"/>
                  <a:pt x="178966" y="93687"/>
                </a:cubicBezTo>
                <a:cubicBezTo>
                  <a:pt x="178110" y="93315"/>
                  <a:pt x="177366" y="92720"/>
                  <a:pt x="176845" y="91901"/>
                </a:cubicBezTo>
                <a:cubicBezTo>
                  <a:pt x="176324" y="91083"/>
                  <a:pt x="176064" y="90190"/>
                  <a:pt x="176064" y="89260"/>
                </a:cubicBezTo>
                <a:lnTo>
                  <a:pt x="176064" y="85279"/>
                </a:lnTo>
                <a:cubicBezTo>
                  <a:pt x="176064" y="82116"/>
                  <a:pt x="178371" y="82711"/>
                  <a:pt x="179338" y="83083"/>
                </a:cubicBezTo>
                <a:cubicBezTo>
                  <a:pt x="183059" y="84609"/>
                  <a:pt x="185477" y="85725"/>
                  <a:pt x="190054" y="86655"/>
                </a:cubicBezTo>
                <a:cubicBezTo>
                  <a:pt x="203708" y="89446"/>
                  <a:pt x="209699" y="85799"/>
                  <a:pt x="211150" y="84981"/>
                </a:cubicBezTo>
                <a:cubicBezTo>
                  <a:pt x="216061" y="82079"/>
                  <a:pt x="216433" y="75419"/>
                  <a:pt x="213122" y="71996"/>
                </a:cubicBezTo>
                <a:cubicBezTo>
                  <a:pt x="209215" y="68721"/>
                  <a:pt x="207355" y="68610"/>
                  <a:pt x="193365" y="64182"/>
                </a:cubicBezTo>
                <a:cubicBezTo>
                  <a:pt x="191653" y="63698"/>
                  <a:pt x="177105" y="59122"/>
                  <a:pt x="177068" y="44686"/>
                </a:cubicBezTo>
                <a:cubicBezTo>
                  <a:pt x="176845" y="34193"/>
                  <a:pt x="186370" y="23775"/>
                  <a:pt x="202927" y="23850"/>
                </a:cubicBezTo>
                <a:cubicBezTo>
                  <a:pt x="207652" y="23850"/>
                  <a:pt x="220191" y="25375"/>
                  <a:pt x="223614" y="29654"/>
                </a:cubicBezTo>
                <a:cubicBezTo>
                  <a:pt x="224135" y="30435"/>
                  <a:pt x="224358" y="31366"/>
                  <a:pt x="224321" y="32258"/>
                </a:cubicBezTo>
                <a:lnTo>
                  <a:pt x="224321" y="36016"/>
                </a:lnTo>
                <a:cubicBezTo>
                  <a:pt x="224321" y="37654"/>
                  <a:pt x="223726" y="38509"/>
                  <a:pt x="222498" y="38509"/>
                </a:cubicBezTo>
                <a:cubicBezTo>
                  <a:pt x="219633" y="38174"/>
                  <a:pt x="214536" y="34342"/>
                  <a:pt x="204192" y="34491"/>
                </a:cubicBezTo>
                <a:cubicBezTo>
                  <a:pt x="201625" y="34342"/>
                  <a:pt x="189347" y="34826"/>
                  <a:pt x="189905" y="43793"/>
                </a:cubicBezTo>
                <a:cubicBezTo>
                  <a:pt x="189756" y="50862"/>
                  <a:pt x="199802" y="53504"/>
                  <a:pt x="200955" y="53801"/>
                </a:cubicBezTo>
                <a:cubicBezTo>
                  <a:pt x="214536" y="57894"/>
                  <a:pt x="219038" y="58564"/>
                  <a:pt x="224433" y="64815"/>
                </a:cubicBezTo>
                <a:cubicBezTo>
                  <a:pt x="230795" y="73075"/>
                  <a:pt x="227372" y="82786"/>
                  <a:pt x="226033" y="85427"/>
                </a:cubicBezTo>
                <a:cubicBezTo>
                  <a:pt x="218926" y="99380"/>
                  <a:pt x="200583" y="98227"/>
                  <a:pt x="200248" y="98227"/>
                </a:cubicBezTo>
                <a:close/>
                <a:moveTo>
                  <a:pt x="215280" y="137294"/>
                </a:moveTo>
                <a:cubicBezTo>
                  <a:pt x="189235" y="156530"/>
                  <a:pt x="151395" y="166762"/>
                  <a:pt x="119100" y="166762"/>
                </a:cubicBezTo>
                <a:cubicBezTo>
                  <a:pt x="75530" y="167060"/>
                  <a:pt x="33412" y="151023"/>
                  <a:pt x="1042" y="121853"/>
                </a:cubicBezTo>
                <a:cubicBezTo>
                  <a:pt x="-1377" y="119658"/>
                  <a:pt x="744" y="116644"/>
                  <a:pt x="3721" y="118318"/>
                </a:cubicBezTo>
                <a:cubicBezTo>
                  <a:pt x="39625" y="138857"/>
                  <a:pt x="80256" y="149647"/>
                  <a:pt x="121630" y="149609"/>
                </a:cubicBezTo>
                <a:cubicBezTo>
                  <a:pt x="152512" y="149461"/>
                  <a:pt x="183059" y="143173"/>
                  <a:pt x="211522" y="131192"/>
                </a:cubicBezTo>
                <a:cubicBezTo>
                  <a:pt x="215912" y="129332"/>
                  <a:pt x="219633" y="134094"/>
                  <a:pt x="215280" y="137294"/>
                </a:cubicBezTo>
                <a:close/>
                <a:moveTo>
                  <a:pt x="226144" y="124904"/>
                </a:moveTo>
                <a:cubicBezTo>
                  <a:pt x="222796" y="120625"/>
                  <a:pt x="204081" y="122895"/>
                  <a:pt x="195709" y="123899"/>
                </a:cubicBezTo>
                <a:cubicBezTo>
                  <a:pt x="193179" y="124197"/>
                  <a:pt x="192770" y="122002"/>
                  <a:pt x="195039" y="120365"/>
                </a:cubicBezTo>
                <a:cubicBezTo>
                  <a:pt x="209959" y="109872"/>
                  <a:pt x="234442" y="112886"/>
                  <a:pt x="237232" y="116421"/>
                </a:cubicBezTo>
                <a:cubicBezTo>
                  <a:pt x="240023" y="119955"/>
                  <a:pt x="236451" y="144475"/>
                  <a:pt x="222498" y="156195"/>
                </a:cubicBezTo>
                <a:cubicBezTo>
                  <a:pt x="220340" y="158018"/>
                  <a:pt x="218294" y="157051"/>
                  <a:pt x="219261" y="154670"/>
                </a:cubicBezTo>
                <a:cubicBezTo>
                  <a:pt x="222386" y="146745"/>
                  <a:pt x="229456" y="129183"/>
                  <a:pt x="226107" y="124904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8693051" y="2219325"/>
            <a:ext cx="733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AWS EC2</a:t>
            </a:r>
            <a:endParaRPr sz="1600" b="0" i="0" u="none" strike="noStrike" cap="none"/>
          </a:p>
        </p:txBody>
      </p:sp>
      <p:sp>
        <p:nvSpPr>
          <p:cNvPr id="310" name="Google Shape;310;p8"/>
          <p:cNvSpPr/>
          <p:nvPr/>
        </p:nvSpPr>
        <p:spPr>
          <a:xfrm>
            <a:off x="8378726" y="252412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Virtual server hosting</a:t>
            </a:r>
            <a:endParaRPr sz="1600" b="0" i="0" u="none" strike="noStrike" cap="none"/>
          </a:p>
        </p:txBody>
      </p:sp>
      <p:sp>
        <p:nvSpPr>
          <p:cNvPr id="311" name="Google Shape;311;p8"/>
          <p:cNvSpPr/>
          <p:nvPr/>
        </p:nvSpPr>
        <p:spPr>
          <a:xfrm>
            <a:off x="8264426" y="294322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8378726" y="30765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 extrusionOk="0">
                <a:moveTo>
                  <a:pt x="130187" y="87920"/>
                </a:moveTo>
                <a:lnTo>
                  <a:pt x="105594" y="87920"/>
                </a:lnTo>
                <a:lnTo>
                  <a:pt x="105594" y="65819"/>
                </a:lnTo>
                <a:lnTo>
                  <a:pt x="130187" y="65819"/>
                </a:lnTo>
                <a:lnTo>
                  <a:pt x="130187" y="87920"/>
                </a:lnTo>
                <a:close/>
                <a:moveTo>
                  <a:pt x="130187" y="11906"/>
                </a:moveTo>
                <a:lnTo>
                  <a:pt x="105594" y="11906"/>
                </a:lnTo>
                <a:lnTo>
                  <a:pt x="105594" y="34491"/>
                </a:lnTo>
                <a:lnTo>
                  <a:pt x="130187" y="34491"/>
                </a:lnTo>
                <a:lnTo>
                  <a:pt x="130187" y="11906"/>
                </a:lnTo>
                <a:close/>
                <a:moveTo>
                  <a:pt x="159283" y="65782"/>
                </a:moveTo>
                <a:lnTo>
                  <a:pt x="134689" y="65782"/>
                </a:lnTo>
                <a:lnTo>
                  <a:pt x="134689" y="87883"/>
                </a:lnTo>
                <a:lnTo>
                  <a:pt x="159283" y="87883"/>
                </a:lnTo>
                <a:lnTo>
                  <a:pt x="159283" y="65782"/>
                </a:lnTo>
                <a:close/>
                <a:moveTo>
                  <a:pt x="101129" y="38956"/>
                </a:moveTo>
                <a:lnTo>
                  <a:pt x="76535" y="38956"/>
                </a:lnTo>
                <a:lnTo>
                  <a:pt x="76535" y="61317"/>
                </a:lnTo>
                <a:lnTo>
                  <a:pt x="101129" y="61317"/>
                </a:lnTo>
                <a:lnTo>
                  <a:pt x="101129" y="38956"/>
                </a:lnTo>
                <a:close/>
                <a:moveTo>
                  <a:pt x="130187" y="38956"/>
                </a:moveTo>
                <a:lnTo>
                  <a:pt x="105594" y="38956"/>
                </a:lnTo>
                <a:lnTo>
                  <a:pt x="105594" y="61317"/>
                </a:lnTo>
                <a:lnTo>
                  <a:pt x="130187" y="61317"/>
                </a:lnTo>
                <a:lnTo>
                  <a:pt x="130187" y="38956"/>
                </a:lnTo>
                <a:close/>
                <a:moveTo>
                  <a:pt x="233176" y="76163"/>
                </a:moveTo>
                <a:cubicBezTo>
                  <a:pt x="227819" y="72554"/>
                  <a:pt x="215466" y="71251"/>
                  <a:pt x="205978" y="73037"/>
                </a:cubicBezTo>
                <a:cubicBezTo>
                  <a:pt x="204750" y="64108"/>
                  <a:pt x="199765" y="56331"/>
                  <a:pt x="190686" y="49337"/>
                </a:cubicBezTo>
                <a:lnTo>
                  <a:pt x="185477" y="45876"/>
                </a:lnTo>
                <a:lnTo>
                  <a:pt x="182017" y="51085"/>
                </a:lnTo>
                <a:cubicBezTo>
                  <a:pt x="175171" y="61429"/>
                  <a:pt x="173310" y="78470"/>
                  <a:pt x="180640" y="89706"/>
                </a:cubicBezTo>
                <a:cubicBezTo>
                  <a:pt x="177403" y="91455"/>
                  <a:pt x="171041" y="93836"/>
                  <a:pt x="162632" y="93687"/>
                </a:cubicBezTo>
                <a:lnTo>
                  <a:pt x="893" y="93687"/>
                </a:lnTo>
                <a:cubicBezTo>
                  <a:pt x="-2344" y="112588"/>
                  <a:pt x="3051" y="137145"/>
                  <a:pt x="17264" y="154000"/>
                </a:cubicBezTo>
                <a:cubicBezTo>
                  <a:pt x="31068" y="170334"/>
                  <a:pt x="51755" y="178631"/>
                  <a:pt x="78804" y="178631"/>
                </a:cubicBezTo>
                <a:cubicBezTo>
                  <a:pt x="137368" y="178631"/>
                  <a:pt x="180715" y="151656"/>
                  <a:pt x="200992" y="102654"/>
                </a:cubicBezTo>
                <a:cubicBezTo>
                  <a:pt x="208955" y="102803"/>
                  <a:pt x="226144" y="102691"/>
                  <a:pt x="234962" y="85837"/>
                </a:cubicBezTo>
                <a:cubicBezTo>
                  <a:pt x="235521" y="84906"/>
                  <a:pt x="237418" y="80925"/>
                  <a:pt x="238125" y="79474"/>
                </a:cubicBezTo>
                <a:lnTo>
                  <a:pt x="233176" y="76163"/>
                </a:lnTo>
                <a:close/>
                <a:moveTo>
                  <a:pt x="43011" y="65782"/>
                </a:moveTo>
                <a:lnTo>
                  <a:pt x="18455" y="65782"/>
                </a:lnTo>
                <a:lnTo>
                  <a:pt x="18455" y="87883"/>
                </a:lnTo>
                <a:lnTo>
                  <a:pt x="43049" y="87883"/>
                </a:lnTo>
                <a:lnTo>
                  <a:pt x="43049" y="65782"/>
                </a:lnTo>
                <a:lnTo>
                  <a:pt x="43011" y="65782"/>
                </a:lnTo>
                <a:close/>
                <a:moveTo>
                  <a:pt x="72070" y="65782"/>
                </a:moveTo>
                <a:lnTo>
                  <a:pt x="47476" y="65782"/>
                </a:lnTo>
                <a:lnTo>
                  <a:pt x="47476" y="87883"/>
                </a:lnTo>
                <a:lnTo>
                  <a:pt x="72070" y="87883"/>
                </a:lnTo>
                <a:lnTo>
                  <a:pt x="72070" y="65782"/>
                </a:lnTo>
                <a:close/>
                <a:moveTo>
                  <a:pt x="101129" y="65782"/>
                </a:moveTo>
                <a:lnTo>
                  <a:pt x="76535" y="65782"/>
                </a:lnTo>
                <a:lnTo>
                  <a:pt x="76535" y="87883"/>
                </a:lnTo>
                <a:lnTo>
                  <a:pt x="101129" y="87883"/>
                </a:lnTo>
                <a:lnTo>
                  <a:pt x="101129" y="65782"/>
                </a:lnTo>
                <a:close/>
                <a:moveTo>
                  <a:pt x="72070" y="38956"/>
                </a:moveTo>
                <a:lnTo>
                  <a:pt x="47476" y="38956"/>
                </a:lnTo>
                <a:lnTo>
                  <a:pt x="47476" y="61317"/>
                </a:lnTo>
                <a:lnTo>
                  <a:pt x="72070" y="61317"/>
                </a:lnTo>
                <a:lnTo>
                  <a:pt x="72070" y="38956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8693051" y="3057525"/>
            <a:ext cx="561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Docker</a:t>
            </a:r>
            <a:endParaRPr sz="1600" b="0" i="0" u="none" strike="noStrike" cap="none"/>
          </a:p>
        </p:txBody>
      </p:sp>
      <p:sp>
        <p:nvSpPr>
          <p:cNvPr id="314" name="Google Shape;314;p8"/>
          <p:cNvSpPr/>
          <p:nvPr/>
        </p:nvSpPr>
        <p:spPr>
          <a:xfrm>
            <a:off x="8378726" y="336232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Containerization platform</a:t>
            </a:r>
            <a:endParaRPr sz="1600" b="0" i="0" u="none" strike="noStrike" cap="none"/>
          </a:p>
        </p:txBody>
      </p:sp>
      <p:sp>
        <p:nvSpPr>
          <p:cNvPr id="315" name="Google Shape;315;p8"/>
          <p:cNvSpPr/>
          <p:nvPr/>
        </p:nvSpPr>
        <p:spPr>
          <a:xfrm>
            <a:off x="8107263" y="3948112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 extrusionOk="0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2371721"/>
                </a:lnTo>
                <a:cubicBezTo>
                  <a:pt x="3695700" y="2413807"/>
                  <a:pt x="3661582" y="2447925"/>
                  <a:pt x="3619496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8264426" y="4105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8378726" y="4219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8835926" y="4200525"/>
            <a:ext cx="10191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Monitoring</a:t>
            </a:r>
            <a:endParaRPr sz="1600" b="0" i="0" u="none" strike="noStrike" cap="none"/>
          </a:p>
        </p:txBody>
      </p:sp>
      <p:sp>
        <p:nvSpPr>
          <p:cNvPr id="319" name="Google Shape;319;p8"/>
          <p:cNvSpPr/>
          <p:nvPr/>
        </p:nvSpPr>
        <p:spPr>
          <a:xfrm>
            <a:off x="8264426" y="467677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8390632" y="48101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8693051" y="4791075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AWS CloudWatch</a:t>
            </a:r>
            <a:endParaRPr sz="1600" b="0" i="0" u="none" strike="noStrike" cap="none"/>
          </a:p>
        </p:txBody>
      </p:sp>
      <p:sp>
        <p:nvSpPr>
          <p:cNvPr id="322" name="Google Shape;322;p8"/>
          <p:cNvSpPr/>
          <p:nvPr/>
        </p:nvSpPr>
        <p:spPr>
          <a:xfrm>
            <a:off x="8378726" y="509587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Logs and metrics monitoring</a:t>
            </a:r>
            <a:endParaRPr sz="1600" b="0" i="0" u="none" strike="noStrike" cap="none"/>
          </a:p>
        </p:txBody>
      </p:sp>
      <p:sp>
        <p:nvSpPr>
          <p:cNvPr id="323" name="Google Shape;323;p8"/>
          <p:cNvSpPr/>
          <p:nvPr/>
        </p:nvSpPr>
        <p:spPr>
          <a:xfrm>
            <a:off x="8264426" y="5514975"/>
            <a:ext cx="3381375" cy="723900"/>
          </a:xfrm>
          <a:custGeom>
            <a:avLst/>
            <a:gdLst/>
            <a:ahLst/>
            <a:cxnLst/>
            <a:rect l="l" t="t" r="r" b="b"/>
            <a:pathLst>
              <a:path w="3381375" h="723900" extrusionOk="0">
                <a:moveTo>
                  <a:pt x="76198" y="0"/>
                </a:moveTo>
                <a:lnTo>
                  <a:pt x="3305177" y="0"/>
                </a:lnTo>
                <a:cubicBezTo>
                  <a:pt x="3347232" y="0"/>
                  <a:pt x="3381375" y="34143"/>
                  <a:pt x="3381375" y="76198"/>
                </a:cubicBezTo>
                <a:lnTo>
                  <a:pt x="3381375" y="647702"/>
                </a:lnTo>
                <a:cubicBezTo>
                  <a:pt x="3381375" y="689757"/>
                  <a:pt x="3347232" y="723900"/>
                  <a:pt x="33051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8438257" y="5648325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 extrusionOk="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8693051" y="5629275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Billing Alerts</a:t>
            </a:r>
            <a:endParaRPr sz="1600" b="0" i="0" u="none" strike="noStrike" cap="none"/>
          </a:p>
        </p:txBody>
      </p:sp>
      <p:sp>
        <p:nvSpPr>
          <p:cNvPr id="326" name="Google Shape;326;p8"/>
          <p:cNvSpPr/>
          <p:nvPr/>
        </p:nvSpPr>
        <p:spPr>
          <a:xfrm>
            <a:off x="8378726" y="593407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 tracking and alerts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4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Development</a:t>
            </a:r>
            <a:endParaRPr sz="1600" b="0" i="0" u="none" strike="noStrike" cap="none"/>
          </a:p>
        </p:txBody>
      </p:sp>
      <p:sp>
        <p:nvSpPr>
          <p:cNvPr id="333" name="Google Shape;333;p9"/>
          <p:cNvSpPr/>
          <p:nvPr/>
        </p:nvSpPr>
        <p:spPr>
          <a:xfrm>
            <a:off x="359911" y="647841"/>
            <a:ext cx="11634137" cy="35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1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Implementation: Core Components</a:t>
            </a:r>
            <a:endParaRPr sz="1600" b="0" i="0" u="none" strike="noStrike" cap="none"/>
          </a:p>
        </p:txBody>
      </p:sp>
      <p:sp>
        <p:nvSpPr>
          <p:cNvPr id="334" name="Google Shape;334;p9"/>
          <p:cNvSpPr/>
          <p:nvPr/>
        </p:nvSpPr>
        <p:spPr>
          <a:xfrm>
            <a:off x="359911" y="1115725"/>
            <a:ext cx="863787" cy="35991"/>
          </a:xfrm>
          <a:custGeom>
            <a:avLst/>
            <a:gdLst/>
            <a:ahLst/>
            <a:cxnLst/>
            <a:rect l="l" t="t" r="r" b="b"/>
            <a:pathLst>
              <a:path w="863787" h="35991" extrusionOk="0">
                <a:moveTo>
                  <a:pt x="0" y="0"/>
                </a:moveTo>
                <a:lnTo>
                  <a:pt x="863787" y="0"/>
                </a:lnTo>
                <a:lnTo>
                  <a:pt x="863787" y="35991"/>
                </a:lnTo>
                <a:lnTo>
                  <a:pt x="0" y="3599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5" name="Google Shape;335;p9"/>
          <p:cNvSpPr/>
          <p:nvPr/>
        </p:nvSpPr>
        <p:spPr>
          <a:xfrm>
            <a:off x="364410" y="1300180"/>
            <a:ext cx="5650610" cy="2384413"/>
          </a:xfrm>
          <a:custGeom>
            <a:avLst/>
            <a:gdLst/>
            <a:ahLst/>
            <a:cxnLst/>
            <a:rect l="l" t="t" r="r" b="b"/>
            <a:pathLst>
              <a:path w="5650610" h="2384413" extrusionOk="0">
                <a:moveTo>
                  <a:pt x="71985" y="0"/>
                </a:moveTo>
                <a:lnTo>
                  <a:pt x="5578624" y="0"/>
                </a:lnTo>
                <a:cubicBezTo>
                  <a:pt x="5618381" y="0"/>
                  <a:pt x="5650610" y="32229"/>
                  <a:pt x="5650610" y="71985"/>
                </a:cubicBezTo>
                <a:lnTo>
                  <a:pt x="5650610" y="2312428"/>
                </a:lnTo>
                <a:cubicBezTo>
                  <a:pt x="5650610" y="2352184"/>
                  <a:pt x="5618381" y="2384413"/>
                  <a:pt x="5578624" y="2384413"/>
                </a:cubicBezTo>
                <a:lnTo>
                  <a:pt x="71985" y="2384413"/>
                </a:lnTo>
                <a:cubicBezTo>
                  <a:pt x="32229" y="2384413"/>
                  <a:pt x="0" y="2352184"/>
                  <a:pt x="0" y="2312428"/>
                </a:cubicBezTo>
                <a:lnTo>
                  <a:pt x="0" y="71985"/>
                </a:lnTo>
                <a:cubicBezTo>
                  <a:pt x="0" y="32256"/>
                  <a:pt x="32256" y="0"/>
                  <a:pt x="7198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512874" y="1484635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 extrusionOk="0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614099" y="1583610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 extrusionOk="0">
                <a:moveTo>
                  <a:pt x="37959" y="17714"/>
                </a:moveTo>
                <a:cubicBezTo>
                  <a:pt x="37959" y="7940"/>
                  <a:pt x="45899" y="0"/>
                  <a:pt x="55674" y="0"/>
                </a:cubicBezTo>
                <a:lnTo>
                  <a:pt x="63266" y="0"/>
                </a:lnTo>
                <a:cubicBezTo>
                  <a:pt x="68865" y="0"/>
                  <a:pt x="73388" y="4523"/>
                  <a:pt x="73388" y="10123"/>
                </a:cubicBezTo>
                <a:lnTo>
                  <a:pt x="73388" y="151838"/>
                </a:lnTo>
                <a:cubicBezTo>
                  <a:pt x="73388" y="157437"/>
                  <a:pt x="68865" y="161960"/>
                  <a:pt x="63266" y="161960"/>
                </a:cubicBezTo>
                <a:lnTo>
                  <a:pt x="53143" y="161960"/>
                </a:lnTo>
                <a:cubicBezTo>
                  <a:pt x="43717" y="161960"/>
                  <a:pt x="35777" y="155507"/>
                  <a:pt x="33531" y="146776"/>
                </a:cubicBezTo>
                <a:cubicBezTo>
                  <a:pt x="33309" y="146776"/>
                  <a:pt x="33120" y="146776"/>
                  <a:pt x="32898" y="146776"/>
                </a:cubicBezTo>
                <a:cubicBezTo>
                  <a:pt x="18916" y="146776"/>
                  <a:pt x="7592" y="135452"/>
                  <a:pt x="7592" y="121470"/>
                </a:cubicBezTo>
                <a:cubicBezTo>
                  <a:pt x="7592" y="115776"/>
                  <a:pt x="9490" y="110525"/>
                  <a:pt x="12653" y="106286"/>
                </a:cubicBezTo>
                <a:cubicBezTo>
                  <a:pt x="6516" y="101668"/>
                  <a:pt x="2531" y="94329"/>
                  <a:pt x="2531" y="86041"/>
                </a:cubicBezTo>
                <a:cubicBezTo>
                  <a:pt x="2531" y="76267"/>
                  <a:pt x="8098" y="67758"/>
                  <a:pt x="16196" y="63550"/>
                </a:cubicBezTo>
                <a:cubicBezTo>
                  <a:pt x="13950" y="59754"/>
                  <a:pt x="12653" y="55326"/>
                  <a:pt x="12653" y="50613"/>
                </a:cubicBezTo>
                <a:cubicBezTo>
                  <a:pt x="12653" y="36631"/>
                  <a:pt x="23978" y="25306"/>
                  <a:pt x="37959" y="25306"/>
                </a:cubicBezTo>
                <a:lnTo>
                  <a:pt x="37959" y="17714"/>
                </a:lnTo>
                <a:close/>
                <a:moveTo>
                  <a:pt x="124001" y="17714"/>
                </a:moveTo>
                <a:lnTo>
                  <a:pt x="124001" y="25306"/>
                </a:lnTo>
                <a:cubicBezTo>
                  <a:pt x="137982" y="25306"/>
                  <a:pt x="149307" y="36631"/>
                  <a:pt x="149307" y="50613"/>
                </a:cubicBezTo>
                <a:cubicBezTo>
                  <a:pt x="149307" y="55357"/>
                  <a:pt x="148010" y="59786"/>
                  <a:pt x="145764" y="63550"/>
                </a:cubicBezTo>
                <a:cubicBezTo>
                  <a:pt x="153894" y="67758"/>
                  <a:pt x="159430" y="76235"/>
                  <a:pt x="159430" y="86041"/>
                </a:cubicBezTo>
                <a:cubicBezTo>
                  <a:pt x="159430" y="94329"/>
                  <a:pt x="155444" y="101668"/>
                  <a:pt x="149307" y="106286"/>
                </a:cubicBezTo>
                <a:cubicBezTo>
                  <a:pt x="152470" y="110525"/>
                  <a:pt x="154368" y="115776"/>
                  <a:pt x="154368" y="121470"/>
                </a:cubicBezTo>
                <a:cubicBezTo>
                  <a:pt x="154368" y="135452"/>
                  <a:pt x="143044" y="146776"/>
                  <a:pt x="129062" y="146776"/>
                </a:cubicBezTo>
                <a:cubicBezTo>
                  <a:pt x="128841" y="146776"/>
                  <a:pt x="128651" y="146776"/>
                  <a:pt x="128429" y="146776"/>
                </a:cubicBezTo>
                <a:cubicBezTo>
                  <a:pt x="126183" y="155507"/>
                  <a:pt x="118244" y="161960"/>
                  <a:pt x="108817" y="161960"/>
                </a:cubicBezTo>
                <a:lnTo>
                  <a:pt x="98694" y="161960"/>
                </a:lnTo>
                <a:cubicBezTo>
                  <a:pt x="93095" y="161960"/>
                  <a:pt x="88572" y="157437"/>
                  <a:pt x="88572" y="151838"/>
                </a:cubicBezTo>
                <a:lnTo>
                  <a:pt x="88572" y="10123"/>
                </a:lnTo>
                <a:cubicBezTo>
                  <a:pt x="88572" y="4523"/>
                  <a:pt x="93095" y="0"/>
                  <a:pt x="98694" y="0"/>
                </a:cubicBezTo>
                <a:lnTo>
                  <a:pt x="106286" y="0"/>
                </a:lnTo>
                <a:cubicBezTo>
                  <a:pt x="116061" y="0"/>
                  <a:pt x="124001" y="7940"/>
                  <a:pt x="124001" y="17714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980759" y="1448644"/>
            <a:ext cx="1457641" cy="25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ChatGPT_HKBU.py</a:t>
            </a:r>
            <a:endParaRPr sz="1600" b="0" i="0" u="none" strike="noStrike" cap="none"/>
          </a:p>
        </p:txBody>
      </p:sp>
      <p:sp>
        <p:nvSpPr>
          <p:cNvPr id="339" name="Google Shape;339;p9"/>
          <p:cNvSpPr/>
          <p:nvPr/>
        </p:nvSpPr>
        <p:spPr>
          <a:xfrm>
            <a:off x="980759" y="1700582"/>
            <a:ext cx="1439646" cy="1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0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 Integration Module</a:t>
            </a:r>
            <a:endParaRPr sz="1600" b="0" i="0" u="none" strike="noStrike" cap="none"/>
          </a:p>
        </p:txBody>
      </p:sp>
      <p:sp>
        <p:nvSpPr>
          <p:cNvPr id="340" name="Google Shape;340;p9"/>
          <p:cNvSpPr/>
          <p:nvPr/>
        </p:nvSpPr>
        <p:spPr>
          <a:xfrm>
            <a:off x="530869" y="1988511"/>
            <a:ext cx="5335687" cy="1043743"/>
          </a:xfrm>
          <a:custGeom>
            <a:avLst/>
            <a:gdLst/>
            <a:ahLst/>
            <a:cxnLst/>
            <a:rect l="l" t="t" r="r" b="b"/>
            <a:pathLst>
              <a:path w="5335687" h="1043743" extrusionOk="0">
                <a:moveTo>
                  <a:pt x="35988" y="0"/>
                </a:moveTo>
                <a:lnTo>
                  <a:pt x="5299699" y="0"/>
                </a:lnTo>
                <a:cubicBezTo>
                  <a:pt x="5319575" y="0"/>
                  <a:pt x="5335687" y="16112"/>
                  <a:pt x="5335687" y="35988"/>
                </a:cubicBezTo>
                <a:lnTo>
                  <a:pt x="5335687" y="1007755"/>
                </a:lnTo>
                <a:cubicBezTo>
                  <a:pt x="5335687" y="1027631"/>
                  <a:pt x="5319575" y="1043743"/>
                  <a:pt x="5299699" y="1043743"/>
                </a:cubicBezTo>
                <a:lnTo>
                  <a:pt x="35988" y="1043743"/>
                </a:lnTo>
                <a:cubicBezTo>
                  <a:pt x="16112" y="1043743"/>
                  <a:pt x="0" y="1027631"/>
                  <a:pt x="0" y="1007755"/>
                </a:cubicBezTo>
                <a:lnTo>
                  <a:pt x="0" y="35988"/>
                </a:lnTo>
                <a:cubicBezTo>
                  <a:pt x="0" y="16112"/>
                  <a:pt x="16112" y="0"/>
                  <a:pt x="359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530869" y="1988511"/>
            <a:ext cx="35991" cy="1043743"/>
          </a:xfrm>
          <a:custGeom>
            <a:avLst/>
            <a:gdLst/>
            <a:ahLst/>
            <a:cxnLst/>
            <a:rect l="l" t="t" r="r" b="b"/>
            <a:pathLst>
              <a:path w="35991" h="1043743" extrusionOk="0">
                <a:moveTo>
                  <a:pt x="35991" y="0"/>
                </a:moveTo>
                <a:lnTo>
                  <a:pt x="35991" y="0"/>
                </a:lnTo>
                <a:lnTo>
                  <a:pt x="35991" y="1043743"/>
                </a:ln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620847" y="2060493"/>
            <a:ext cx="5236711" cy="1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Key Functions</a:t>
            </a:r>
            <a:endParaRPr sz="1600" b="0" i="0" u="none" strike="noStrike" cap="none"/>
          </a:p>
        </p:txBody>
      </p:sp>
      <p:sp>
        <p:nvSpPr>
          <p:cNvPr id="343" name="Google Shape;343;p9"/>
          <p:cNvSpPr/>
          <p:nvPr/>
        </p:nvSpPr>
        <p:spPr>
          <a:xfrm>
            <a:off x="620847" y="2276440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API authentication with HKBU</a:t>
            </a:r>
            <a:endParaRPr sz="1600" b="0" i="0" u="none" strike="noStrike" cap="none"/>
          </a:p>
        </p:txBody>
      </p:sp>
      <p:sp>
        <p:nvSpPr>
          <p:cNvPr id="344" name="Google Shape;344;p9"/>
          <p:cNvSpPr/>
          <p:nvPr/>
        </p:nvSpPr>
        <p:spPr>
          <a:xfrm>
            <a:off x="620847" y="2456396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Prompt template management</a:t>
            </a:r>
            <a:endParaRPr sz="1600" b="0" i="0" u="none" strike="noStrike" cap="none"/>
          </a:p>
        </p:txBody>
      </p:sp>
      <p:sp>
        <p:nvSpPr>
          <p:cNvPr id="345" name="Google Shape;345;p9"/>
          <p:cNvSpPr/>
          <p:nvPr/>
        </p:nvSpPr>
        <p:spPr>
          <a:xfrm>
            <a:off x="620847" y="2636351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Context-aware conversations</a:t>
            </a:r>
            <a:endParaRPr sz="1600" b="0" i="0" u="none" strike="noStrike" cap="none"/>
          </a:p>
        </p:txBody>
      </p:sp>
      <p:sp>
        <p:nvSpPr>
          <p:cNvPr id="346" name="Google Shape;346;p9"/>
          <p:cNvSpPr/>
          <p:nvPr/>
        </p:nvSpPr>
        <p:spPr>
          <a:xfrm>
            <a:off x="620847" y="2816307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Response parsing &amp; formatting</a:t>
            </a:r>
            <a:endParaRPr sz="1600" b="0" i="0" u="none" strike="noStrike" cap="none"/>
          </a:p>
        </p:txBody>
      </p:sp>
      <p:sp>
        <p:nvSpPr>
          <p:cNvPr id="347" name="Google Shape;347;p9"/>
          <p:cNvSpPr/>
          <p:nvPr/>
        </p:nvSpPr>
        <p:spPr>
          <a:xfrm>
            <a:off x="512874" y="3104236"/>
            <a:ext cx="5353683" cy="431894"/>
          </a:xfrm>
          <a:custGeom>
            <a:avLst/>
            <a:gdLst/>
            <a:ahLst/>
            <a:cxnLst/>
            <a:rect l="l" t="t" r="r" b="b"/>
            <a:pathLst>
              <a:path w="5353683" h="431894" extrusionOk="0">
                <a:moveTo>
                  <a:pt x="35990" y="0"/>
                </a:moveTo>
                <a:lnTo>
                  <a:pt x="5317693" y="0"/>
                </a:lnTo>
                <a:cubicBezTo>
                  <a:pt x="5337570" y="0"/>
                  <a:pt x="5353683" y="16113"/>
                  <a:pt x="5353683" y="35990"/>
                </a:cubicBezTo>
                <a:lnTo>
                  <a:pt x="5353683" y="395904"/>
                </a:lnTo>
                <a:cubicBezTo>
                  <a:pt x="5353683" y="415781"/>
                  <a:pt x="5337570" y="431894"/>
                  <a:pt x="5317693" y="431894"/>
                </a:cubicBezTo>
                <a:lnTo>
                  <a:pt x="35990" y="431894"/>
                </a:lnTo>
                <a:cubicBezTo>
                  <a:pt x="16113" y="431894"/>
                  <a:pt x="0" y="415781"/>
                  <a:pt x="0" y="395904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584856" y="3176218"/>
            <a:ext cx="5263705" cy="28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submit(message, context)</a:t>
            </a:r>
            <a:endParaRPr sz="1600" b="0" i="0" u="none" strike="noStrike" cap="none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→ Returns AI response</a:t>
            </a:r>
            <a:endParaRPr sz="1600" b="0" i="0" u="none" strike="noStrike" cap="none"/>
          </a:p>
        </p:txBody>
      </p:sp>
      <p:sp>
        <p:nvSpPr>
          <p:cNvPr id="349" name="Google Shape;349;p9"/>
          <p:cNvSpPr/>
          <p:nvPr/>
        </p:nvSpPr>
        <p:spPr>
          <a:xfrm>
            <a:off x="364410" y="3801565"/>
            <a:ext cx="5650610" cy="2384413"/>
          </a:xfrm>
          <a:custGeom>
            <a:avLst/>
            <a:gdLst/>
            <a:ahLst/>
            <a:cxnLst/>
            <a:rect l="l" t="t" r="r" b="b"/>
            <a:pathLst>
              <a:path w="5650610" h="2384413" extrusionOk="0">
                <a:moveTo>
                  <a:pt x="71985" y="0"/>
                </a:moveTo>
                <a:lnTo>
                  <a:pt x="5578624" y="0"/>
                </a:lnTo>
                <a:cubicBezTo>
                  <a:pt x="5618381" y="0"/>
                  <a:pt x="5650610" y="32229"/>
                  <a:pt x="5650610" y="71985"/>
                </a:cubicBezTo>
                <a:lnTo>
                  <a:pt x="5650610" y="2312428"/>
                </a:lnTo>
                <a:cubicBezTo>
                  <a:pt x="5650610" y="2352184"/>
                  <a:pt x="5618381" y="2384413"/>
                  <a:pt x="5578624" y="2384413"/>
                </a:cubicBezTo>
                <a:lnTo>
                  <a:pt x="71985" y="2384413"/>
                </a:lnTo>
                <a:cubicBezTo>
                  <a:pt x="32229" y="2384413"/>
                  <a:pt x="0" y="2352184"/>
                  <a:pt x="0" y="2312428"/>
                </a:cubicBezTo>
                <a:lnTo>
                  <a:pt x="0" y="71985"/>
                </a:lnTo>
                <a:cubicBezTo>
                  <a:pt x="0" y="32256"/>
                  <a:pt x="32256" y="0"/>
                  <a:pt x="7198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512874" y="3986019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 extrusionOk="0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593854" y="4084995"/>
            <a:ext cx="202450" cy="161960"/>
          </a:xfrm>
          <a:custGeom>
            <a:avLst/>
            <a:gdLst/>
            <a:ahLst/>
            <a:cxnLst/>
            <a:rect l="l" t="t" r="r" b="b"/>
            <a:pathLst>
              <a:path w="202450" h="161960" extrusionOk="0">
                <a:moveTo>
                  <a:pt x="111348" y="0"/>
                </a:moveTo>
                <a:cubicBezTo>
                  <a:pt x="111348" y="-5599"/>
                  <a:pt x="106824" y="-10123"/>
                  <a:pt x="101225" y="-10123"/>
                </a:cubicBezTo>
                <a:cubicBezTo>
                  <a:pt x="95626" y="-10123"/>
                  <a:pt x="91103" y="-5599"/>
                  <a:pt x="91103" y="0"/>
                </a:cubicBezTo>
                <a:lnTo>
                  <a:pt x="91103" y="20245"/>
                </a:lnTo>
                <a:lnTo>
                  <a:pt x="60735" y="20245"/>
                </a:lnTo>
                <a:cubicBezTo>
                  <a:pt x="43970" y="20245"/>
                  <a:pt x="30368" y="33847"/>
                  <a:pt x="30368" y="50613"/>
                </a:cubicBezTo>
                <a:lnTo>
                  <a:pt x="30368" y="121470"/>
                </a:lnTo>
                <a:cubicBezTo>
                  <a:pt x="30368" y="138236"/>
                  <a:pt x="43970" y="151838"/>
                  <a:pt x="60735" y="151838"/>
                </a:cubicBezTo>
                <a:lnTo>
                  <a:pt x="141715" y="151838"/>
                </a:lnTo>
                <a:cubicBezTo>
                  <a:pt x="158481" y="151838"/>
                  <a:pt x="172083" y="138236"/>
                  <a:pt x="172083" y="121470"/>
                </a:cubicBezTo>
                <a:lnTo>
                  <a:pt x="172083" y="50613"/>
                </a:lnTo>
                <a:cubicBezTo>
                  <a:pt x="172083" y="33847"/>
                  <a:pt x="158481" y="20245"/>
                  <a:pt x="141715" y="20245"/>
                </a:cubicBezTo>
                <a:lnTo>
                  <a:pt x="111348" y="20245"/>
                </a:lnTo>
                <a:lnTo>
                  <a:pt x="111348" y="0"/>
                </a:lnTo>
                <a:close/>
                <a:moveTo>
                  <a:pt x="50613" y="116409"/>
                </a:moveTo>
                <a:cubicBezTo>
                  <a:pt x="50613" y="112202"/>
                  <a:pt x="53997" y="108817"/>
                  <a:pt x="58204" y="108817"/>
                </a:cubicBezTo>
                <a:lnTo>
                  <a:pt x="68327" y="108817"/>
                </a:lnTo>
                <a:cubicBezTo>
                  <a:pt x="72534" y="108817"/>
                  <a:pt x="75919" y="112202"/>
                  <a:pt x="75919" y="116409"/>
                </a:cubicBezTo>
                <a:cubicBezTo>
                  <a:pt x="75919" y="120616"/>
                  <a:pt x="72534" y="124001"/>
                  <a:pt x="68327" y="124001"/>
                </a:cubicBezTo>
                <a:lnTo>
                  <a:pt x="58204" y="124001"/>
                </a:lnTo>
                <a:cubicBezTo>
                  <a:pt x="53997" y="124001"/>
                  <a:pt x="50613" y="120616"/>
                  <a:pt x="50613" y="116409"/>
                </a:cubicBezTo>
                <a:close/>
                <a:moveTo>
                  <a:pt x="88572" y="116409"/>
                </a:moveTo>
                <a:cubicBezTo>
                  <a:pt x="88572" y="112202"/>
                  <a:pt x="91957" y="108817"/>
                  <a:pt x="96164" y="108817"/>
                </a:cubicBezTo>
                <a:lnTo>
                  <a:pt x="106286" y="108817"/>
                </a:lnTo>
                <a:cubicBezTo>
                  <a:pt x="110494" y="108817"/>
                  <a:pt x="113878" y="112202"/>
                  <a:pt x="113878" y="116409"/>
                </a:cubicBezTo>
                <a:cubicBezTo>
                  <a:pt x="113878" y="120616"/>
                  <a:pt x="110494" y="124001"/>
                  <a:pt x="106286" y="124001"/>
                </a:cubicBezTo>
                <a:lnTo>
                  <a:pt x="96164" y="124001"/>
                </a:lnTo>
                <a:cubicBezTo>
                  <a:pt x="91957" y="124001"/>
                  <a:pt x="88572" y="120616"/>
                  <a:pt x="88572" y="116409"/>
                </a:cubicBezTo>
                <a:close/>
                <a:moveTo>
                  <a:pt x="126531" y="116409"/>
                </a:moveTo>
                <a:cubicBezTo>
                  <a:pt x="126531" y="112202"/>
                  <a:pt x="129916" y="108817"/>
                  <a:pt x="134123" y="108817"/>
                </a:cubicBezTo>
                <a:lnTo>
                  <a:pt x="144246" y="108817"/>
                </a:lnTo>
                <a:cubicBezTo>
                  <a:pt x="148453" y="108817"/>
                  <a:pt x="151838" y="112202"/>
                  <a:pt x="151838" y="116409"/>
                </a:cubicBezTo>
                <a:cubicBezTo>
                  <a:pt x="151838" y="120616"/>
                  <a:pt x="148453" y="124001"/>
                  <a:pt x="144246" y="124001"/>
                </a:cubicBezTo>
                <a:lnTo>
                  <a:pt x="134123" y="124001"/>
                </a:lnTo>
                <a:cubicBezTo>
                  <a:pt x="129916" y="124001"/>
                  <a:pt x="126531" y="120616"/>
                  <a:pt x="126531" y="116409"/>
                </a:cubicBezTo>
                <a:close/>
                <a:moveTo>
                  <a:pt x="70858" y="55674"/>
                </a:moveTo>
                <a:cubicBezTo>
                  <a:pt x="79238" y="55674"/>
                  <a:pt x="86041" y="62477"/>
                  <a:pt x="86041" y="70858"/>
                </a:cubicBezTo>
                <a:cubicBezTo>
                  <a:pt x="86041" y="79238"/>
                  <a:pt x="79238" y="86041"/>
                  <a:pt x="70858" y="86041"/>
                </a:cubicBezTo>
                <a:cubicBezTo>
                  <a:pt x="62477" y="86041"/>
                  <a:pt x="55674" y="79238"/>
                  <a:pt x="55674" y="70858"/>
                </a:cubicBezTo>
                <a:cubicBezTo>
                  <a:pt x="55674" y="62477"/>
                  <a:pt x="62477" y="55674"/>
                  <a:pt x="70858" y="55674"/>
                </a:cubicBezTo>
                <a:close/>
                <a:moveTo>
                  <a:pt x="116409" y="70858"/>
                </a:moveTo>
                <a:cubicBezTo>
                  <a:pt x="116409" y="62477"/>
                  <a:pt x="123212" y="55674"/>
                  <a:pt x="131593" y="55674"/>
                </a:cubicBezTo>
                <a:cubicBezTo>
                  <a:pt x="139973" y="55674"/>
                  <a:pt x="146776" y="62477"/>
                  <a:pt x="146776" y="70858"/>
                </a:cubicBezTo>
                <a:cubicBezTo>
                  <a:pt x="146776" y="79238"/>
                  <a:pt x="139973" y="86041"/>
                  <a:pt x="131593" y="86041"/>
                </a:cubicBezTo>
                <a:cubicBezTo>
                  <a:pt x="123212" y="86041"/>
                  <a:pt x="116409" y="79238"/>
                  <a:pt x="116409" y="70858"/>
                </a:cubicBezTo>
                <a:close/>
                <a:moveTo>
                  <a:pt x="20245" y="70858"/>
                </a:moveTo>
                <a:cubicBezTo>
                  <a:pt x="20245" y="65259"/>
                  <a:pt x="15722" y="60735"/>
                  <a:pt x="10123" y="60735"/>
                </a:cubicBezTo>
                <a:cubicBezTo>
                  <a:pt x="4523" y="60735"/>
                  <a:pt x="0" y="65259"/>
                  <a:pt x="0" y="70858"/>
                </a:cubicBezTo>
                <a:lnTo>
                  <a:pt x="0" y="101225"/>
                </a:lnTo>
                <a:cubicBezTo>
                  <a:pt x="0" y="106824"/>
                  <a:pt x="4523" y="111348"/>
                  <a:pt x="10123" y="111348"/>
                </a:cubicBezTo>
                <a:cubicBezTo>
                  <a:pt x="15722" y="111348"/>
                  <a:pt x="20245" y="106824"/>
                  <a:pt x="20245" y="101225"/>
                </a:cubicBezTo>
                <a:lnTo>
                  <a:pt x="20245" y="70858"/>
                </a:lnTo>
                <a:close/>
                <a:moveTo>
                  <a:pt x="192328" y="60735"/>
                </a:moveTo>
                <a:cubicBezTo>
                  <a:pt x="186729" y="60735"/>
                  <a:pt x="182205" y="65259"/>
                  <a:pt x="182205" y="70858"/>
                </a:cubicBezTo>
                <a:lnTo>
                  <a:pt x="182205" y="101225"/>
                </a:lnTo>
                <a:cubicBezTo>
                  <a:pt x="182205" y="106824"/>
                  <a:pt x="186729" y="111348"/>
                  <a:pt x="192328" y="111348"/>
                </a:cubicBezTo>
                <a:cubicBezTo>
                  <a:pt x="197927" y="111348"/>
                  <a:pt x="202450" y="106824"/>
                  <a:pt x="202450" y="101225"/>
                </a:cubicBezTo>
                <a:lnTo>
                  <a:pt x="202450" y="70858"/>
                </a:lnTo>
                <a:cubicBezTo>
                  <a:pt x="202450" y="65259"/>
                  <a:pt x="197927" y="60735"/>
                  <a:pt x="192328" y="60735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980759" y="3950028"/>
            <a:ext cx="872785" cy="25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chatbot.py</a:t>
            </a:r>
            <a:endParaRPr sz="1600" b="0" i="0" u="none" strike="noStrike" cap="none"/>
          </a:p>
        </p:txBody>
      </p:sp>
      <p:sp>
        <p:nvSpPr>
          <p:cNvPr id="353" name="Google Shape;353;p9"/>
          <p:cNvSpPr/>
          <p:nvPr/>
        </p:nvSpPr>
        <p:spPr>
          <a:xfrm>
            <a:off x="980759" y="4201966"/>
            <a:ext cx="854790" cy="1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0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 Bot Logic</a:t>
            </a:r>
            <a:endParaRPr sz="1600" b="0" i="0" u="none" strike="noStrike" cap="none"/>
          </a:p>
        </p:txBody>
      </p:sp>
      <p:sp>
        <p:nvSpPr>
          <p:cNvPr id="354" name="Google Shape;354;p9"/>
          <p:cNvSpPr/>
          <p:nvPr/>
        </p:nvSpPr>
        <p:spPr>
          <a:xfrm>
            <a:off x="530869" y="4489895"/>
            <a:ext cx="5335687" cy="1043743"/>
          </a:xfrm>
          <a:custGeom>
            <a:avLst/>
            <a:gdLst/>
            <a:ahLst/>
            <a:cxnLst/>
            <a:rect l="l" t="t" r="r" b="b"/>
            <a:pathLst>
              <a:path w="5335687" h="1043743" extrusionOk="0">
                <a:moveTo>
                  <a:pt x="35988" y="0"/>
                </a:moveTo>
                <a:lnTo>
                  <a:pt x="5299699" y="0"/>
                </a:lnTo>
                <a:cubicBezTo>
                  <a:pt x="5319575" y="0"/>
                  <a:pt x="5335687" y="16112"/>
                  <a:pt x="5335687" y="35988"/>
                </a:cubicBezTo>
                <a:lnTo>
                  <a:pt x="5335687" y="1007755"/>
                </a:lnTo>
                <a:cubicBezTo>
                  <a:pt x="5335687" y="1027631"/>
                  <a:pt x="5319575" y="1043743"/>
                  <a:pt x="5299699" y="1043743"/>
                </a:cubicBezTo>
                <a:lnTo>
                  <a:pt x="35988" y="1043743"/>
                </a:lnTo>
                <a:cubicBezTo>
                  <a:pt x="16112" y="1043743"/>
                  <a:pt x="0" y="1027631"/>
                  <a:pt x="0" y="1007755"/>
                </a:cubicBezTo>
                <a:lnTo>
                  <a:pt x="0" y="35988"/>
                </a:lnTo>
                <a:cubicBezTo>
                  <a:pt x="0" y="16112"/>
                  <a:pt x="16112" y="0"/>
                  <a:pt x="359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530869" y="4489895"/>
            <a:ext cx="35991" cy="1043743"/>
          </a:xfrm>
          <a:custGeom>
            <a:avLst/>
            <a:gdLst/>
            <a:ahLst/>
            <a:cxnLst/>
            <a:rect l="l" t="t" r="r" b="b"/>
            <a:pathLst>
              <a:path w="35991" h="1043743" extrusionOk="0">
                <a:moveTo>
                  <a:pt x="35991" y="0"/>
                </a:moveTo>
                <a:lnTo>
                  <a:pt x="35991" y="0"/>
                </a:lnTo>
                <a:lnTo>
                  <a:pt x="35991" y="1043743"/>
                </a:ln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620847" y="4561877"/>
            <a:ext cx="5236711" cy="1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Command Handlers</a:t>
            </a:r>
            <a:endParaRPr sz="1600" b="0" i="0" u="none" strike="noStrike" cap="none"/>
          </a:p>
        </p:txBody>
      </p:sp>
      <p:sp>
        <p:nvSpPr>
          <p:cNvPr id="357" name="Google Shape;357;p9"/>
          <p:cNvSpPr/>
          <p:nvPr/>
        </p:nvSpPr>
        <p:spPr>
          <a:xfrm>
            <a:off x="620847" y="4777824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/start - Welcome message</a:t>
            </a:r>
            <a:endParaRPr sz="1600" b="0" i="0" u="none" strike="noStrike" cap="none"/>
          </a:p>
        </p:txBody>
      </p:sp>
      <p:sp>
        <p:nvSpPr>
          <p:cNvPr id="358" name="Google Shape;358;p9"/>
          <p:cNvSpPr/>
          <p:nvPr/>
        </p:nvSpPr>
        <p:spPr>
          <a:xfrm>
            <a:off x="620847" y="4957780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/help - Command list</a:t>
            </a:r>
            <a:endParaRPr sz="1600" b="0" i="0" u="none" strike="noStrike" cap="none"/>
          </a:p>
        </p:txBody>
      </p:sp>
      <p:sp>
        <p:nvSpPr>
          <p:cNvPr id="359" name="Google Shape;359;p9"/>
          <p:cNvSpPr/>
          <p:nvPr/>
        </p:nvSpPr>
        <p:spPr>
          <a:xfrm>
            <a:off x="620847" y="5137736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/course - Course queries</a:t>
            </a:r>
            <a:endParaRPr sz="1600" b="0" i="0" u="none" strike="noStrike" cap="none"/>
          </a:p>
        </p:txBody>
      </p:sp>
      <p:sp>
        <p:nvSpPr>
          <p:cNvPr id="360" name="Google Shape;360;p9"/>
          <p:cNvSpPr/>
          <p:nvPr/>
        </p:nvSpPr>
        <p:spPr>
          <a:xfrm>
            <a:off x="620847" y="5317692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/weather - Weather info</a:t>
            </a:r>
            <a:endParaRPr sz="1600" b="0" i="0" u="none" strike="noStrike" cap="none"/>
          </a:p>
        </p:txBody>
      </p:sp>
      <p:sp>
        <p:nvSpPr>
          <p:cNvPr id="361" name="Google Shape;361;p9"/>
          <p:cNvSpPr/>
          <p:nvPr/>
        </p:nvSpPr>
        <p:spPr>
          <a:xfrm>
            <a:off x="512874" y="5605621"/>
            <a:ext cx="5353683" cy="431894"/>
          </a:xfrm>
          <a:custGeom>
            <a:avLst/>
            <a:gdLst/>
            <a:ahLst/>
            <a:cxnLst/>
            <a:rect l="l" t="t" r="r" b="b"/>
            <a:pathLst>
              <a:path w="5353683" h="431894" extrusionOk="0">
                <a:moveTo>
                  <a:pt x="35990" y="0"/>
                </a:moveTo>
                <a:lnTo>
                  <a:pt x="5317693" y="0"/>
                </a:lnTo>
                <a:cubicBezTo>
                  <a:pt x="5337570" y="0"/>
                  <a:pt x="5353683" y="16113"/>
                  <a:pt x="5353683" y="35990"/>
                </a:cubicBezTo>
                <a:lnTo>
                  <a:pt x="5353683" y="395904"/>
                </a:lnTo>
                <a:cubicBezTo>
                  <a:pt x="5353683" y="415781"/>
                  <a:pt x="5337570" y="431894"/>
                  <a:pt x="5317693" y="431894"/>
                </a:cubicBezTo>
                <a:lnTo>
                  <a:pt x="35990" y="431894"/>
                </a:lnTo>
                <a:cubicBezTo>
                  <a:pt x="16113" y="431894"/>
                  <a:pt x="0" y="415781"/>
                  <a:pt x="0" y="395904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584856" y="5677603"/>
            <a:ext cx="5263705" cy="28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MessageHandler()</a:t>
            </a:r>
            <a:endParaRPr sz="1600" b="0" i="0" u="none" strike="noStrike" cap="none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→ Process all text</a:t>
            </a:r>
            <a:endParaRPr sz="1600" b="0" i="0" u="none" strike="noStrike" cap="none"/>
          </a:p>
        </p:txBody>
      </p:sp>
      <p:sp>
        <p:nvSpPr>
          <p:cNvPr id="363" name="Google Shape;363;p9"/>
          <p:cNvSpPr/>
          <p:nvPr/>
        </p:nvSpPr>
        <p:spPr>
          <a:xfrm>
            <a:off x="6170935" y="1300180"/>
            <a:ext cx="5650610" cy="2204458"/>
          </a:xfrm>
          <a:custGeom>
            <a:avLst/>
            <a:gdLst/>
            <a:ahLst/>
            <a:cxnLst/>
            <a:rect l="l" t="t" r="r" b="b"/>
            <a:pathLst>
              <a:path w="5650610" h="2204458" extrusionOk="0">
                <a:moveTo>
                  <a:pt x="71976" y="0"/>
                </a:moveTo>
                <a:lnTo>
                  <a:pt x="5578634" y="0"/>
                </a:lnTo>
                <a:cubicBezTo>
                  <a:pt x="5618358" y="0"/>
                  <a:pt x="5650610" y="32251"/>
                  <a:pt x="5650610" y="71976"/>
                </a:cubicBezTo>
                <a:lnTo>
                  <a:pt x="5650610" y="2132482"/>
                </a:lnTo>
                <a:cubicBezTo>
                  <a:pt x="5650610" y="2172206"/>
                  <a:pt x="5618358" y="2204458"/>
                  <a:pt x="5578634" y="2204458"/>
                </a:cubicBezTo>
                <a:lnTo>
                  <a:pt x="71976" y="2204458"/>
                </a:lnTo>
                <a:cubicBezTo>
                  <a:pt x="32251" y="2204458"/>
                  <a:pt x="0" y="2172206"/>
                  <a:pt x="0" y="2132482"/>
                </a:cubicBezTo>
                <a:lnTo>
                  <a:pt x="0" y="71976"/>
                </a:lnTo>
                <a:cubicBezTo>
                  <a:pt x="0" y="32251"/>
                  <a:pt x="32251" y="0"/>
                  <a:pt x="7197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6319398" y="1484635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 extrusionOk="0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6430746" y="1583610"/>
            <a:ext cx="141715" cy="161960"/>
          </a:xfrm>
          <a:custGeom>
            <a:avLst/>
            <a:gdLst/>
            <a:ahLst/>
            <a:cxnLst/>
            <a:rect l="l" t="t" r="r" b="b"/>
            <a:pathLst>
              <a:path w="141715" h="161960" extrusionOk="0">
                <a:moveTo>
                  <a:pt x="141715" y="65100"/>
                </a:moveTo>
                <a:cubicBezTo>
                  <a:pt x="137033" y="68200"/>
                  <a:pt x="131656" y="70699"/>
                  <a:pt x="126057" y="72692"/>
                </a:cubicBezTo>
                <a:cubicBezTo>
                  <a:pt x="111189" y="78007"/>
                  <a:pt x="91672" y="80980"/>
                  <a:pt x="70858" y="80980"/>
                </a:cubicBezTo>
                <a:cubicBezTo>
                  <a:pt x="50043" y="80980"/>
                  <a:pt x="30494" y="77975"/>
                  <a:pt x="15658" y="72692"/>
                </a:cubicBezTo>
                <a:cubicBezTo>
                  <a:pt x="10091" y="70699"/>
                  <a:pt x="4682" y="68200"/>
                  <a:pt x="0" y="65100"/>
                </a:cubicBezTo>
                <a:lnTo>
                  <a:pt x="0" y="91103"/>
                </a:lnTo>
                <a:cubicBezTo>
                  <a:pt x="0" y="105084"/>
                  <a:pt x="31728" y="116409"/>
                  <a:pt x="70858" y="116409"/>
                </a:cubicBezTo>
                <a:cubicBezTo>
                  <a:pt x="109987" y="116409"/>
                  <a:pt x="141715" y="105084"/>
                  <a:pt x="141715" y="91103"/>
                </a:cubicBezTo>
                <a:lnTo>
                  <a:pt x="141715" y="65100"/>
                </a:lnTo>
                <a:close/>
                <a:moveTo>
                  <a:pt x="141715" y="40490"/>
                </a:moveTo>
                <a:lnTo>
                  <a:pt x="141715" y="25306"/>
                </a:lnTo>
                <a:cubicBezTo>
                  <a:pt x="141715" y="11325"/>
                  <a:pt x="109987" y="0"/>
                  <a:pt x="70858" y="0"/>
                </a:cubicBezTo>
                <a:cubicBezTo>
                  <a:pt x="31728" y="0"/>
                  <a:pt x="0" y="11325"/>
                  <a:pt x="0" y="25306"/>
                </a:cubicBezTo>
                <a:lnTo>
                  <a:pt x="0" y="40490"/>
                </a:lnTo>
                <a:cubicBezTo>
                  <a:pt x="0" y="54472"/>
                  <a:pt x="31728" y="65796"/>
                  <a:pt x="70858" y="65796"/>
                </a:cubicBezTo>
                <a:cubicBezTo>
                  <a:pt x="109987" y="65796"/>
                  <a:pt x="141715" y="54472"/>
                  <a:pt x="141715" y="40490"/>
                </a:cubicBezTo>
                <a:close/>
                <a:moveTo>
                  <a:pt x="126057" y="123305"/>
                </a:moveTo>
                <a:cubicBezTo>
                  <a:pt x="111221" y="128588"/>
                  <a:pt x="91704" y="131593"/>
                  <a:pt x="70858" y="131593"/>
                </a:cubicBezTo>
                <a:cubicBezTo>
                  <a:pt x="50012" y="131593"/>
                  <a:pt x="30494" y="128588"/>
                  <a:pt x="15658" y="123305"/>
                </a:cubicBezTo>
                <a:cubicBezTo>
                  <a:pt x="10091" y="121312"/>
                  <a:pt x="4682" y="118813"/>
                  <a:pt x="0" y="115713"/>
                </a:cubicBezTo>
                <a:lnTo>
                  <a:pt x="0" y="136654"/>
                </a:lnTo>
                <a:cubicBezTo>
                  <a:pt x="0" y="150636"/>
                  <a:pt x="31728" y="161960"/>
                  <a:pt x="70858" y="161960"/>
                </a:cubicBezTo>
                <a:cubicBezTo>
                  <a:pt x="109987" y="161960"/>
                  <a:pt x="141715" y="150636"/>
                  <a:pt x="141715" y="136654"/>
                </a:cubicBezTo>
                <a:lnTo>
                  <a:pt x="141715" y="115713"/>
                </a:lnTo>
                <a:cubicBezTo>
                  <a:pt x="137033" y="118813"/>
                  <a:pt x="131656" y="121312"/>
                  <a:pt x="126057" y="123305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6787283" y="1448644"/>
            <a:ext cx="1187708" cy="25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Database Layer</a:t>
            </a:r>
            <a:endParaRPr sz="1600" b="0" i="0" u="none" strike="noStrike" cap="none"/>
          </a:p>
        </p:txBody>
      </p:sp>
      <p:sp>
        <p:nvSpPr>
          <p:cNvPr id="367" name="Google Shape;367;p9"/>
          <p:cNvSpPr/>
          <p:nvPr/>
        </p:nvSpPr>
        <p:spPr>
          <a:xfrm>
            <a:off x="6787283" y="1700582"/>
            <a:ext cx="1169712" cy="1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0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Persistence</a:t>
            </a:r>
            <a:endParaRPr sz="1600" b="0" i="0" u="none" strike="noStrike" cap="none"/>
          </a:p>
        </p:txBody>
      </p:sp>
      <p:sp>
        <p:nvSpPr>
          <p:cNvPr id="368" name="Google Shape;368;p9"/>
          <p:cNvSpPr/>
          <p:nvPr/>
        </p:nvSpPr>
        <p:spPr>
          <a:xfrm>
            <a:off x="6337394" y="1988511"/>
            <a:ext cx="5335687" cy="863787"/>
          </a:xfrm>
          <a:custGeom>
            <a:avLst/>
            <a:gdLst/>
            <a:ahLst/>
            <a:cxnLst/>
            <a:rect l="l" t="t" r="r" b="b"/>
            <a:pathLst>
              <a:path w="5335687" h="863787" extrusionOk="0">
                <a:moveTo>
                  <a:pt x="35991" y="0"/>
                </a:moveTo>
                <a:lnTo>
                  <a:pt x="5299693" y="0"/>
                </a:lnTo>
                <a:cubicBezTo>
                  <a:pt x="5319572" y="0"/>
                  <a:pt x="5335687" y="16115"/>
                  <a:pt x="5335687" y="35994"/>
                </a:cubicBezTo>
                <a:lnTo>
                  <a:pt x="5335687" y="827793"/>
                </a:lnTo>
                <a:cubicBezTo>
                  <a:pt x="5335687" y="847672"/>
                  <a:pt x="5319572" y="863787"/>
                  <a:pt x="5299693" y="863787"/>
                </a:cubicBezTo>
                <a:lnTo>
                  <a:pt x="35991" y="863787"/>
                </a:lnTo>
                <a:cubicBezTo>
                  <a:pt x="16114" y="863787"/>
                  <a:pt x="0" y="847674"/>
                  <a:pt x="0" y="82779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337394" y="1988511"/>
            <a:ext cx="35991" cy="863787"/>
          </a:xfrm>
          <a:custGeom>
            <a:avLst/>
            <a:gdLst/>
            <a:ahLst/>
            <a:cxnLst/>
            <a:rect l="l" t="t" r="r" b="b"/>
            <a:pathLst>
              <a:path w="35991" h="863787" extrusionOk="0">
                <a:moveTo>
                  <a:pt x="35991" y="0"/>
                </a:moveTo>
                <a:lnTo>
                  <a:pt x="35991" y="0"/>
                </a:lnTo>
                <a:lnTo>
                  <a:pt x="35991" y="863787"/>
                </a:lnTo>
                <a:lnTo>
                  <a:pt x="35991" y="863787"/>
                </a:lnTo>
                <a:cubicBezTo>
                  <a:pt x="16114" y="863787"/>
                  <a:pt x="0" y="847674"/>
                  <a:pt x="0" y="82779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6427372" y="2060493"/>
            <a:ext cx="5236711" cy="1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Tables</a:t>
            </a:r>
            <a:endParaRPr sz="1600" b="0" i="0" u="none" strike="noStrike" cap="none"/>
          </a:p>
        </p:txBody>
      </p:sp>
      <p:sp>
        <p:nvSpPr>
          <p:cNvPr id="371" name="Google Shape;371;p9"/>
          <p:cNvSpPr/>
          <p:nvPr/>
        </p:nvSpPr>
        <p:spPr>
          <a:xfrm>
            <a:off x="6427372" y="2276440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conversations (id, user_id, message, response, timestamp)</a:t>
            </a:r>
            <a:endParaRPr sz="1600" b="0" i="0" u="none" strike="noStrike" cap="none"/>
          </a:p>
        </p:txBody>
      </p:sp>
      <p:sp>
        <p:nvSpPr>
          <p:cNvPr id="372" name="Google Shape;372;p9"/>
          <p:cNvSpPr/>
          <p:nvPr/>
        </p:nvSpPr>
        <p:spPr>
          <a:xfrm>
            <a:off x="6427372" y="2456396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users (user_id, username, first_seen, last_active)</a:t>
            </a:r>
            <a:endParaRPr sz="1600" b="0" i="0" u="none" strike="noStrike" cap="none"/>
          </a:p>
        </p:txBody>
      </p:sp>
      <p:sp>
        <p:nvSpPr>
          <p:cNvPr id="373" name="Google Shape;373;p9"/>
          <p:cNvSpPr/>
          <p:nvPr/>
        </p:nvSpPr>
        <p:spPr>
          <a:xfrm>
            <a:off x="6427372" y="2636351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logs (event_type, details, created_at)</a:t>
            </a:r>
            <a:endParaRPr sz="1600" b="0" i="0" u="none" strike="noStrike" cap="none"/>
          </a:p>
        </p:txBody>
      </p:sp>
      <p:sp>
        <p:nvSpPr>
          <p:cNvPr id="374" name="Google Shape;374;p9"/>
          <p:cNvSpPr/>
          <p:nvPr/>
        </p:nvSpPr>
        <p:spPr>
          <a:xfrm>
            <a:off x="6319398" y="2924280"/>
            <a:ext cx="5353683" cy="431894"/>
          </a:xfrm>
          <a:custGeom>
            <a:avLst/>
            <a:gdLst/>
            <a:ahLst/>
            <a:cxnLst/>
            <a:rect l="l" t="t" r="r" b="b"/>
            <a:pathLst>
              <a:path w="5353683" h="431894" extrusionOk="0">
                <a:moveTo>
                  <a:pt x="35990" y="0"/>
                </a:moveTo>
                <a:lnTo>
                  <a:pt x="5317693" y="0"/>
                </a:lnTo>
                <a:cubicBezTo>
                  <a:pt x="5337570" y="0"/>
                  <a:pt x="5353683" y="16113"/>
                  <a:pt x="5353683" y="35990"/>
                </a:cubicBezTo>
                <a:lnTo>
                  <a:pt x="5353683" y="395904"/>
                </a:lnTo>
                <a:cubicBezTo>
                  <a:pt x="5353683" y="415781"/>
                  <a:pt x="5337570" y="431894"/>
                  <a:pt x="5317693" y="431894"/>
                </a:cubicBezTo>
                <a:lnTo>
                  <a:pt x="35990" y="431894"/>
                </a:lnTo>
                <a:cubicBezTo>
                  <a:pt x="16113" y="431894"/>
                  <a:pt x="0" y="415781"/>
                  <a:pt x="0" y="395904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6391380" y="2996263"/>
            <a:ext cx="5263705" cy="28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log_conversation()</a:t>
            </a:r>
            <a:endParaRPr sz="1600" b="0" i="0" u="none" strike="noStrike" cap="none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→ Persist every interaction</a:t>
            </a:r>
            <a:endParaRPr sz="1600" b="0" i="0" u="none" strike="noStrike" cap="none"/>
          </a:p>
        </p:txBody>
      </p:sp>
      <p:sp>
        <p:nvSpPr>
          <p:cNvPr id="376" name="Google Shape;376;p9"/>
          <p:cNvSpPr/>
          <p:nvPr/>
        </p:nvSpPr>
        <p:spPr>
          <a:xfrm>
            <a:off x="6170935" y="3621609"/>
            <a:ext cx="5650610" cy="2384413"/>
          </a:xfrm>
          <a:custGeom>
            <a:avLst/>
            <a:gdLst/>
            <a:ahLst/>
            <a:cxnLst/>
            <a:rect l="l" t="t" r="r" b="b"/>
            <a:pathLst>
              <a:path w="5650610" h="2384413" extrusionOk="0">
                <a:moveTo>
                  <a:pt x="71985" y="0"/>
                </a:moveTo>
                <a:lnTo>
                  <a:pt x="5578624" y="0"/>
                </a:lnTo>
                <a:cubicBezTo>
                  <a:pt x="5618381" y="0"/>
                  <a:pt x="5650610" y="32229"/>
                  <a:pt x="5650610" y="71985"/>
                </a:cubicBezTo>
                <a:lnTo>
                  <a:pt x="5650610" y="2312428"/>
                </a:lnTo>
                <a:cubicBezTo>
                  <a:pt x="5650610" y="2352184"/>
                  <a:pt x="5618381" y="2384413"/>
                  <a:pt x="5578624" y="2384413"/>
                </a:cubicBezTo>
                <a:lnTo>
                  <a:pt x="71985" y="2384413"/>
                </a:lnTo>
                <a:cubicBezTo>
                  <a:pt x="32229" y="2384413"/>
                  <a:pt x="0" y="2352184"/>
                  <a:pt x="0" y="2312428"/>
                </a:cubicBezTo>
                <a:lnTo>
                  <a:pt x="0" y="71985"/>
                </a:lnTo>
                <a:cubicBezTo>
                  <a:pt x="0" y="32256"/>
                  <a:pt x="32256" y="0"/>
                  <a:pt x="7198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6319398" y="3806063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 extrusionOk="0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6400378" y="3905039"/>
            <a:ext cx="202450" cy="161960"/>
          </a:xfrm>
          <a:custGeom>
            <a:avLst/>
            <a:gdLst/>
            <a:ahLst/>
            <a:cxnLst/>
            <a:rect l="l" t="t" r="r" b="b"/>
            <a:pathLst>
              <a:path w="202450" h="161960" extrusionOk="0">
                <a:moveTo>
                  <a:pt x="110683" y="74748"/>
                </a:moveTo>
                <a:lnTo>
                  <a:pt x="89774" y="74748"/>
                </a:lnTo>
                <a:lnTo>
                  <a:pt x="89774" y="55958"/>
                </a:lnTo>
                <a:lnTo>
                  <a:pt x="110683" y="55958"/>
                </a:lnTo>
                <a:lnTo>
                  <a:pt x="110683" y="74748"/>
                </a:lnTo>
                <a:close/>
                <a:moveTo>
                  <a:pt x="110683" y="10123"/>
                </a:moveTo>
                <a:lnTo>
                  <a:pt x="89774" y="10123"/>
                </a:lnTo>
                <a:lnTo>
                  <a:pt x="89774" y="29324"/>
                </a:lnTo>
                <a:lnTo>
                  <a:pt x="110683" y="29324"/>
                </a:lnTo>
                <a:lnTo>
                  <a:pt x="110683" y="10123"/>
                </a:lnTo>
                <a:close/>
                <a:moveTo>
                  <a:pt x="135420" y="55927"/>
                </a:moveTo>
                <a:lnTo>
                  <a:pt x="114511" y="55927"/>
                </a:lnTo>
                <a:lnTo>
                  <a:pt x="114511" y="74717"/>
                </a:lnTo>
                <a:lnTo>
                  <a:pt x="135420" y="74717"/>
                </a:lnTo>
                <a:lnTo>
                  <a:pt x="135420" y="55927"/>
                </a:lnTo>
                <a:close/>
                <a:moveTo>
                  <a:pt x="85978" y="33120"/>
                </a:moveTo>
                <a:lnTo>
                  <a:pt x="65069" y="33120"/>
                </a:lnTo>
                <a:lnTo>
                  <a:pt x="65069" y="52131"/>
                </a:lnTo>
                <a:lnTo>
                  <a:pt x="85978" y="52131"/>
                </a:lnTo>
                <a:lnTo>
                  <a:pt x="85978" y="33120"/>
                </a:lnTo>
                <a:close/>
                <a:moveTo>
                  <a:pt x="110683" y="33120"/>
                </a:moveTo>
                <a:lnTo>
                  <a:pt x="89774" y="33120"/>
                </a:lnTo>
                <a:lnTo>
                  <a:pt x="89774" y="52131"/>
                </a:lnTo>
                <a:lnTo>
                  <a:pt x="110683" y="52131"/>
                </a:lnTo>
                <a:lnTo>
                  <a:pt x="110683" y="33120"/>
                </a:lnTo>
                <a:close/>
                <a:moveTo>
                  <a:pt x="198243" y="64752"/>
                </a:moveTo>
                <a:cubicBezTo>
                  <a:pt x="193688" y="61684"/>
                  <a:pt x="183186" y="60577"/>
                  <a:pt x="175119" y="62095"/>
                </a:cubicBezTo>
                <a:cubicBezTo>
                  <a:pt x="174076" y="54503"/>
                  <a:pt x="169837" y="47892"/>
                  <a:pt x="162118" y="41945"/>
                </a:cubicBezTo>
                <a:lnTo>
                  <a:pt x="157690" y="39003"/>
                </a:lnTo>
                <a:lnTo>
                  <a:pt x="154748" y="43432"/>
                </a:lnTo>
                <a:cubicBezTo>
                  <a:pt x="148927" y="52226"/>
                  <a:pt x="147346" y="66714"/>
                  <a:pt x="153577" y="76267"/>
                </a:cubicBezTo>
                <a:cubicBezTo>
                  <a:pt x="150825" y="77754"/>
                  <a:pt x="145416" y="79778"/>
                  <a:pt x="138267" y="79651"/>
                </a:cubicBezTo>
                <a:lnTo>
                  <a:pt x="759" y="79651"/>
                </a:lnTo>
                <a:cubicBezTo>
                  <a:pt x="-1993" y="95721"/>
                  <a:pt x="2594" y="116599"/>
                  <a:pt x="14678" y="130928"/>
                </a:cubicBezTo>
                <a:cubicBezTo>
                  <a:pt x="26413" y="144815"/>
                  <a:pt x="44001" y="151869"/>
                  <a:pt x="66998" y="151869"/>
                </a:cubicBezTo>
                <a:cubicBezTo>
                  <a:pt x="116788" y="151869"/>
                  <a:pt x="153641" y="128935"/>
                  <a:pt x="170881" y="87275"/>
                </a:cubicBezTo>
                <a:cubicBezTo>
                  <a:pt x="177650" y="87402"/>
                  <a:pt x="192264" y="87307"/>
                  <a:pt x="199761" y="72977"/>
                </a:cubicBezTo>
                <a:cubicBezTo>
                  <a:pt x="200236" y="72186"/>
                  <a:pt x="201849" y="68801"/>
                  <a:pt x="202450" y="67568"/>
                </a:cubicBezTo>
                <a:lnTo>
                  <a:pt x="198243" y="64752"/>
                </a:lnTo>
                <a:close/>
                <a:moveTo>
                  <a:pt x="36568" y="55927"/>
                </a:moveTo>
                <a:lnTo>
                  <a:pt x="15690" y="55927"/>
                </a:lnTo>
                <a:lnTo>
                  <a:pt x="15690" y="74717"/>
                </a:lnTo>
                <a:lnTo>
                  <a:pt x="36599" y="74717"/>
                </a:lnTo>
                <a:lnTo>
                  <a:pt x="36599" y="55927"/>
                </a:lnTo>
                <a:lnTo>
                  <a:pt x="36568" y="55927"/>
                </a:lnTo>
                <a:close/>
                <a:moveTo>
                  <a:pt x="61273" y="55927"/>
                </a:moveTo>
                <a:lnTo>
                  <a:pt x="40364" y="55927"/>
                </a:lnTo>
                <a:lnTo>
                  <a:pt x="40364" y="74717"/>
                </a:lnTo>
                <a:lnTo>
                  <a:pt x="61273" y="74717"/>
                </a:lnTo>
                <a:lnTo>
                  <a:pt x="61273" y="55927"/>
                </a:lnTo>
                <a:close/>
                <a:moveTo>
                  <a:pt x="85978" y="55927"/>
                </a:moveTo>
                <a:lnTo>
                  <a:pt x="65069" y="55927"/>
                </a:lnTo>
                <a:lnTo>
                  <a:pt x="65069" y="74717"/>
                </a:lnTo>
                <a:lnTo>
                  <a:pt x="85978" y="74717"/>
                </a:lnTo>
                <a:lnTo>
                  <a:pt x="85978" y="55927"/>
                </a:lnTo>
                <a:close/>
                <a:moveTo>
                  <a:pt x="61273" y="33120"/>
                </a:moveTo>
                <a:lnTo>
                  <a:pt x="40364" y="33120"/>
                </a:lnTo>
                <a:lnTo>
                  <a:pt x="40364" y="52131"/>
                </a:lnTo>
                <a:lnTo>
                  <a:pt x="61273" y="52131"/>
                </a:lnTo>
                <a:lnTo>
                  <a:pt x="61273" y="33120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6787283" y="3770072"/>
            <a:ext cx="1610604" cy="25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Docker Configuration</a:t>
            </a:r>
            <a:endParaRPr sz="1600" b="0" i="0" u="none" strike="noStrike" cap="none"/>
          </a:p>
        </p:txBody>
      </p:sp>
      <p:sp>
        <p:nvSpPr>
          <p:cNvPr id="380" name="Google Shape;380;p9"/>
          <p:cNvSpPr/>
          <p:nvPr/>
        </p:nvSpPr>
        <p:spPr>
          <a:xfrm>
            <a:off x="6787283" y="4022010"/>
            <a:ext cx="1592608" cy="1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0" i="0" u="none" strike="noStrike" cap="none">
                <a:solidFill>
                  <a:srgbClr val="38A3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Containerization</a:t>
            </a:r>
            <a:endParaRPr sz="1600" b="0" i="0" u="none" strike="noStrike" cap="none"/>
          </a:p>
        </p:txBody>
      </p:sp>
      <p:sp>
        <p:nvSpPr>
          <p:cNvPr id="381" name="Google Shape;381;p9"/>
          <p:cNvSpPr/>
          <p:nvPr/>
        </p:nvSpPr>
        <p:spPr>
          <a:xfrm>
            <a:off x="6337394" y="4309939"/>
            <a:ext cx="5335687" cy="1043743"/>
          </a:xfrm>
          <a:custGeom>
            <a:avLst/>
            <a:gdLst/>
            <a:ahLst/>
            <a:cxnLst/>
            <a:rect l="l" t="t" r="r" b="b"/>
            <a:pathLst>
              <a:path w="5335687" h="1043743" extrusionOk="0">
                <a:moveTo>
                  <a:pt x="35988" y="0"/>
                </a:moveTo>
                <a:lnTo>
                  <a:pt x="5299699" y="0"/>
                </a:lnTo>
                <a:cubicBezTo>
                  <a:pt x="5319575" y="0"/>
                  <a:pt x="5335687" y="16112"/>
                  <a:pt x="5335687" y="35988"/>
                </a:cubicBezTo>
                <a:lnTo>
                  <a:pt x="5335687" y="1007755"/>
                </a:lnTo>
                <a:cubicBezTo>
                  <a:pt x="5335687" y="1027631"/>
                  <a:pt x="5319575" y="1043743"/>
                  <a:pt x="5299699" y="1043743"/>
                </a:cubicBezTo>
                <a:lnTo>
                  <a:pt x="35988" y="1043743"/>
                </a:lnTo>
                <a:cubicBezTo>
                  <a:pt x="16112" y="1043743"/>
                  <a:pt x="0" y="1027631"/>
                  <a:pt x="0" y="1007755"/>
                </a:cubicBezTo>
                <a:lnTo>
                  <a:pt x="0" y="35988"/>
                </a:lnTo>
                <a:cubicBezTo>
                  <a:pt x="0" y="16112"/>
                  <a:pt x="16112" y="0"/>
                  <a:pt x="359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6337394" y="4309939"/>
            <a:ext cx="35991" cy="1043743"/>
          </a:xfrm>
          <a:custGeom>
            <a:avLst/>
            <a:gdLst/>
            <a:ahLst/>
            <a:cxnLst/>
            <a:rect l="l" t="t" r="r" b="b"/>
            <a:pathLst>
              <a:path w="35991" h="1043743" extrusionOk="0">
                <a:moveTo>
                  <a:pt x="35991" y="0"/>
                </a:moveTo>
                <a:lnTo>
                  <a:pt x="35991" y="0"/>
                </a:lnTo>
                <a:lnTo>
                  <a:pt x="35991" y="1043743"/>
                </a:ln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6427372" y="4381922"/>
            <a:ext cx="5236711" cy="179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2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Dockerfile</a:t>
            </a:r>
            <a:endParaRPr sz="1600" b="0" i="0" u="none" strike="noStrike" cap="none"/>
          </a:p>
        </p:txBody>
      </p:sp>
      <p:sp>
        <p:nvSpPr>
          <p:cNvPr id="384" name="Google Shape;384;p9"/>
          <p:cNvSpPr/>
          <p:nvPr/>
        </p:nvSpPr>
        <p:spPr>
          <a:xfrm>
            <a:off x="6427372" y="4597869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Python 3.9-slim base image</a:t>
            </a:r>
            <a:endParaRPr sz="1600" b="0" i="0" u="none" strike="noStrike" cap="none"/>
          </a:p>
        </p:txBody>
      </p:sp>
      <p:sp>
        <p:nvSpPr>
          <p:cNvPr id="385" name="Google Shape;385;p9"/>
          <p:cNvSpPr/>
          <p:nvPr/>
        </p:nvSpPr>
        <p:spPr>
          <a:xfrm>
            <a:off x="6427372" y="4777824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Requirements installation</a:t>
            </a:r>
            <a:endParaRPr sz="1600" b="0" i="0" u="none" strike="noStrike" cap="none"/>
          </a:p>
        </p:txBody>
      </p:sp>
      <p:sp>
        <p:nvSpPr>
          <p:cNvPr id="386" name="Google Shape;386;p9"/>
          <p:cNvSpPr/>
          <p:nvPr/>
        </p:nvSpPr>
        <p:spPr>
          <a:xfrm>
            <a:off x="6427372" y="4957780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App code copy</a:t>
            </a:r>
            <a:endParaRPr sz="1600" b="0" i="0" u="none" strike="noStrike" cap="none"/>
          </a:p>
        </p:txBody>
      </p:sp>
      <p:sp>
        <p:nvSpPr>
          <p:cNvPr id="387" name="Google Shape;387;p9"/>
          <p:cNvSpPr/>
          <p:nvPr/>
        </p:nvSpPr>
        <p:spPr>
          <a:xfrm>
            <a:off x="6427372" y="5137736"/>
            <a:ext cx="5227714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Flask server startup</a:t>
            </a:r>
            <a:endParaRPr sz="1600" b="0" i="0" u="none" strike="noStrike" cap="none"/>
          </a:p>
        </p:txBody>
      </p:sp>
      <p:sp>
        <p:nvSpPr>
          <p:cNvPr id="388" name="Google Shape;388;p9"/>
          <p:cNvSpPr/>
          <p:nvPr/>
        </p:nvSpPr>
        <p:spPr>
          <a:xfrm>
            <a:off x="6319398" y="5425665"/>
            <a:ext cx="5353683" cy="431894"/>
          </a:xfrm>
          <a:custGeom>
            <a:avLst/>
            <a:gdLst/>
            <a:ahLst/>
            <a:cxnLst/>
            <a:rect l="l" t="t" r="r" b="b"/>
            <a:pathLst>
              <a:path w="5353683" h="431894" extrusionOk="0">
                <a:moveTo>
                  <a:pt x="35990" y="0"/>
                </a:moveTo>
                <a:lnTo>
                  <a:pt x="5317693" y="0"/>
                </a:lnTo>
                <a:cubicBezTo>
                  <a:pt x="5337570" y="0"/>
                  <a:pt x="5353683" y="16113"/>
                  <a:pt x="5353683" y="35990"/>
                </a:cubicBezTo>
                <a:lnTo>
                  <a:pt x="5353683" y="395904"/>
                </a:lnTo>
                <a:cubicBezTo>
                  <a:pt x="5353683" y="415781"/>
                  <a:pt x="5337570" y="431894"/>
                  <a:pt x="5317693" y="431894"/>
                </a:cubicBezTo>
                <a:lnTo>
                  <a:pt x="35990" y="431894"/>
                </a:lnTo>
                <a:cubicBezTo>
                  <a:pt x="16113" y="431894"/>
                  <a:pt x="0" y="415781"/>
                  <a:pt x="0" y="395904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6391380" y="5497647"/>
            <a:ext cx="5263705" cy="28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docker build -t hkbu-bot .</a:t>
            </a:r>
            <a:endParaRPr sz="1600" b="0" i="0" u="none" strike="noStrike" cap="none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docker run -p 5000:5000</a:t>
            </a:r>
            <a:endParaRPr sz="1600" b="0" i="0" u="none" strike="noStrike" cap="none"/>
          </a:p>
        </p:txBody>
      </p:sp>
      <p:sp>
        <p:nvSpPr>
          <p:cNvPr id="390" name="Google Shape;390;p9"/>
          <p:cNvSpPr/>
          <p:nvPr/>
        </p:nvSpPr>
        <p:spPr>
          <a:xfrm>
            <a:off x="364410" y="6302949"/>
            <a:ext cx="2780316" cy="548865"/>
          </a:xfrm>
          <a:custGeom>
            <a:avLst/>
            <a:gdLst/>
            <a:ahLst/>
            <a:cxnLst/>
            <a:rect l="l" t="t" r="r" b="b"/>
            <a:pathLst>
              <a:path w="2780316" h="548865" extrusionOk="0">
                <a:moveTo>
                  <a:pt x="35989" y="0"/>
                </a:moveTo>
                <a:lnTo>
                  <a:pt x="2744327" y="0"/>
                </a:lnTo>
                <a:cubicBezTo>
                  <a:pt x="2764203" y="0"/>
                  <a:pt x="2780316" y="16113"/>
                  <a:pt x="2780316" y="35989"/>
                </a:cubicBezTo>
                <a:lnTo>
                  <a:pt x="2780316" y="512876"/>
                </a:lnTo>
                <a:cubicBezTo>
                  <a:pt x="2780316" y="532752"/>
                  <a:pt x="2764203" y="548865"/>
                  <a:pt x="2744327" y="548865"/>
                </a:cubicBezTo>
                <a:lnTo>
                  <a:pt x="35989" y="548865"/>
                </a:lnTo>
                <a:cubicBezTo>
                  <a:pt x="16113" y="548865"/>
                  <a:pt x="0" y="532752"/>
                  <a:pt x="0" y="512876"/>
                </a:cubicBezTo>
                <a:lnTo>
                  <a:pt x="0" y="35989"/>
                </a:lnTo>
                <a:cubicBezTo>
                  <a:pt x="0" y="16126"/>
                  <a:pt x="16126" y="0"/>
                  <a:pt x="35989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 cap="flat" cmpd="sng">
            <a:solidFill>
              <a:srgbClr val="38A3A5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395903" y="6379430"/>
            <a:ext cx="2717331" cy="25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sz="1600" b="0" i="0" u="none" strike="noStrike" cap="none"/>
          </a:p>
        </p:txBody>
      </p:sp>
      <p:sp>
        <p:nvSpPr>
          <p:cNvPr id="392" name="Google Shape;392;p9"/>
          <p:cNvSpPr/>
          <p:nvPr/>
        </p:nvSpPr>
        <p:spPr>
          <a:xfrm>
            <a:off x="413898" y="6631368"/>
            <a:ext cx="2681340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 Files</a:t>
            </a:r>
            <a:endParaRPr sz="1600" b="0" i="0" u="none" strike="noStrike" cap="none"/>
          </a:p>
        </p:txBody>
      </p:sp>
      <p:sp>
        <p:nvSpPr>
          <p:cNvPr id="393" name="Google Shape;393;p9"/>
          <p:cNvSpPr/>
          <p:nvPr/>
        </p:nvSpPr>
        <p:spPr>
          <a:xfrm>
            <a:off x="3258604" y="6302949"/>
            <a:ext cx="2780316" cy="548865"/>
          </a:xfrm>
          <a:custGeom>
            <a:avLst/>
            <a:gdLst/>
            <a:ahLst/>
            <a:cxnLst/>
            <a:rect l="l" t="t" r="r" b="b"/>
            <a:pathLst>
              <a:path w="2780316" h="548865" extrusionOk="0">
                <a:moveTo>
                  <a:pt x="35989" y="0"/>
                </a:moveTo>
                <a:lnTo>
                  <a:pt x="2744327" y="0"/>
                </a:lnTo>
                <a:cubicBezTo>
                  <a:pt x="2764203" y="0"/>
                  <a:pt x="2780316" y="16113"/>
                  <a:pt x="2780316" y="35989"/>
                </a:cubicBezTo>
                <a:lnTo>
                  <a:pt x="2780316" y="512876"/>
                </a:lnTo>
                <a:cubicBezTo>
                  <a:pt x="2780316" y="532752"/>
                  <a:pt x="2764203" y="548865"/>
                  <a:pt x="2744327" y="548865"/>
                </a:cubicBezTo>
                <a:lnTo>
                  <a:pt x="35989" y="548865"/>
                </a:lnTo>
                <a:cubicBezTo>
                  <a:pt x="16113" y="548865"/>
                  <a:pt x="0" y="532752"/>
                  <a:pt x="0" y="512876"/>
                </a:cubicBezTo>
                <a:lnTo>
                  <a:pt x="0" y="35989"/>
                </a:lnTo>
                <a:cubicBezTo>
                  <a:pt x="0" y="16126"/>
                  <a:pt x="16126" y="0"/>
                  <a:pt x="35989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 cap="flat" cmpd="sng">
            <a:solidFill>
              <a:srgbClr val="38A3A5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3290097" y="6379430"/>
            <a:ext cx="2717331" cy="25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 b="0" i="0" u="none" strike="noStrike" cap="none"/>
          </a:p>
        </p:txBody>
      </p:sp>
      <p:sp>
        <p:nvSpPr>
          <p:cNvPr id="395" name="Google Shape;395;p9"/>
          <p:cNvSpPr/>
          <p:nvPr/>
        </p:nvSpPr>
        <p:spPr>
          <a:xfrm>
            <a:off x="3308092" y="6631368"/>
            <a:ext cx="2681340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DB Tables</a:t>
            </a:r>
            <a:endParaRPr sz="1600" b="0" i="0" u="none" strike="noStrike" cap="none"/>
          </a:p>
        </p:txBody>
      </p:sp>
      <p:sp>
        <p:nvSpPr>
          <p:cNvPr id="396" name="Google Shape;396;p9"/>
          <p:cNvSpPr/>
          <p:nvPr/>
        </p:nvSpPr>
        <p:spPr>
          <a:xfrm>
            <a:off x="6152939" y="6302949"/>
            <a:ext cx="2780316" cy="548865"/>
          </a:xfrm>
          <a:custGeom>
            <a:avLst/>
            <a:gdLst/>
            <a:ahLst/>
            <a:cxnLst/>
            <a:rect l="l" t="t" r="r" b="b"/>
            <a:pathLst>
              <a:path w="2780316" h="548865" extrusionOk="0">
                <a:moveTo>
                  <a:pt x="35989" y="0"/>
                </a:moveTo>
                <a:lnTo>
                  <a:pt x="2744327" y="0"/>
                </a:lnTo>
                <a:cubicBezTo>
                  <a:pt x="2764203" y="0"/>
                  <a:pt x="2780316" y="16113"/>
                  <a:pt x="2780316" y="35989"/>
                </a:cubicBezTo>
                <a:lnTo>
                  <a:pt x="2780316" y="512876"/>
                </a:lnTo>
                <a:cubicBezTo>
                  <a:pt x="2780316" y="532752"/>
                  <a:pt x="2764203" y="548865"/>
                  <a:pt x="2744327" y="548865"/>
                </a:cubicBezTo>
                <a:lnTo>
                  <a:pt x="35989" y="548865"/>
                </a:lnTo>
                <a:cubicBezTo>
                  <a:pt x="16113" y="548865"/>
                  <a:pt x="0" y="532752"/>
                  <a:pt x="0" y="512876"/>
                </a:cubicBezTo>
                <a:lnTo>
                  <a:pt x="0" y="35989"/>
                </a:lnTo>
                <a:cubicBezTo>
                  <a:pt x="0" y="16126"/>
                  <a:pt x="16126" y="0"/>
                  <a:pt x="35989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 cap="flat" cmpd="sng">
            <a:solidFill>
              <a:srgbClr val="38A3A5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6184431" y="6379430"/>
            <a:ext cx="2717331" cy="25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8+</a:t>
            </a:r>
            <a:endParaRPr sz="1600" b="0" i="0" u="none" strike="noStrike" cap="none"/>
          </a:p>
        </p:txBody>
      </p:sp>
      <p:sp>
        <p:nvSpPr>
          <p:cNvPr id="398" name="Google Shape;398;p9"/>
          <p:cNvSpPr/>
          <p:nvPr/>
        </p:nvSpPr>
        <p:spPr>
          <a:xfrm>
            <a:off x="6202427" y="6631368"/>
            <a:ext cx="2681340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 Commands</a:t>
            </a:r>
            <a:endParaRPr sz="1600" b="0" i="0" u="none" strike="noStrike" cap="none"/>
          </a:p>
        </p:txBody>
      </p:sp>
      <p:sp>
        <p:nvSpPr>
          <p:cNvPr id="399" name="Google Shape;399;p9"/>
          <p:cNvSpPr/>
          <p:nvPr/>
        </p:nvSpPr>
        <p:spPr>
          <a:xfrm>
            <a:off x="9047133" y="6302949"/>
            <a:ext cx="2780316" cy="548865"/>
          </a:xfrm>
          <a:custGeom>
            <a:avLst/>
            <a:gdLst/>
            <a:ahLst/>
            <a:cxnLst/>
            <a:rect l="l" t="t" r="r" b="b"/>
            <a:pathLst>
              <a:path w="2780316" h="548865" extrusionOk="0">
                <a:moveTo>
                  <a:pt x="35989" y="0"/>
                </a:moveTo>
                <a:lnTo>
                  <a:pt x="2744327" y="0"/>
                </a:lnTo>
                <a:cubicBezTo>
                  <a:pt x="2764203" y="0"/>
                  <a:pt x="2780316" y="16113"/>
                  <a:pt x="2780316" y="35989"/>
                </a:cubicBezTo>
                <a:lnTo>
                  <a:pt x="2780316" y="512876"/>
                </a:lnTo>
                <a:cubicBezTo>
                  <a:pt x="2780316" y="532752"/>
                  <a:pt x="2764203" y="548865"/>
                  <a:pt x="2744327" y="548865"/>
                </a:cubicBezTo>
                <a:lnTo>
                  <a:pt x="35989" y="548865"/>
                </a:lnTo>
                <a:cubicBezTo>
                  <a:pt x="16113" y="548865"/>
                  <a:pt x="0" y="532752"/>
                  <a:pt x="0" y="512876"/>
                </a:cubicBezTo>
                <a:lnTo>
                  <a:pt x="0" y="35989"/>
                </a:lnTo>
                <a:cubicBezTo>
                  <a:pt x="0" y="16126"/>
                  <a:pt x="16126" y="0"/>
                  <a:pt x="35989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 cap="flat" cmpd="sng">
            <a:solidFill>
              <a:srgbClr val="38A3A5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9078625" y="6379430"/>
            <a:ext cx="2717331" cy="25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100%</a:t>
            </a:r>
            <a:endParaRPr sz="1600" b="0" i="0" u="none" strike="noStrike" cap="none"/>
          </a:p>
        </p:txBody>
      </p:sp>
      <p:sp>
        <p:nvSpPr>
          <p:cNvPr id="401" name="Google Shape;401;p9"/>
          <p:cNvSpPr/>
          <p:nvPr/>
        </p:nvSpPr>
        <p:spPr>
          <a:xfrm>
            <a:off x="9096621" y="6631368"/>
            <a:ext cx="2681340" cy="14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Containerized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0"/>
          <p:cNvSpPr/>
          <p:nvPr/>
        </p:nvSpPr>
        <p:spPr>
          <a:xfrm>
            <a:off x="363940" y="363940"/>
            <a:ext cx="11536907" cy="21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6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Infrastructure</a:t>
            </a:r>
            <a:endParaRPr sz="1600" b="0" i="0" u="none" strike="noStrike" cap="none"/>
          </a:p>
        </p:txBody>
      </p:sp>
      <p:sp>
        <p:nvSpPr>
          <p:cNvPr id="408" name="Google Shape;408;p10"/>
          <p:cNvSpPr/>
          <p:nvPr/>
        </p:nvSpPr>
        <p:spPr>
          <a:xfrm>
            <a:off x="363940" y="655093"/>
            <a:ext cx="11627893" cy="36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9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Cloud Deployment Strategy</a:t>
            </a:r>
            <a:endParaRPr sz="1600" b="0" i="0" u="none" strike="noStrike" cap="none"/>
          </a:p>
        </p:txBody>
      </p:sp>
      <p:sp>
        <p:nvSpPr>
          <p:cNvPr id="409" name="Google Shape;409;p10"/>
          <p:cNvSpPr/>
          <p:nvPr/>
        </p:nvSpPr>
        <p:spPr>
          <a:xfrm>
            <a:off x="363940" y="1128215"/>
            <a:ext cx="873457" cy="36394"/>
          </a:xfrm>
          <a:custGeom>
            <a:avLst/>
            <a:gdLst/>
            <a:ahLst/>
            <a:cxnLst/>
            <a:rect l="l" t="t" r="r" b="b"/>
            <a:pathLst>
              <a:path w="873457" h="36394" extrusionOk="0">
                <a:moveTo>
                  <a:pt x="0" y="0"/>
                </a:moveTo>
                <a:lnTo>
                  <a:pt x="873457" y="0"/>
                </a:lnTo>
                <a:lnTo>
                  <a:pt x="873457" y="36394"/>
                </a:lnTo>
                <a:lnTo>
                  <a:pt x="0" y="363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" name="Google Shape;410;p10"/>
          <p:cNvSpPr/>
          <p:nvPr/>
        </p:nvSpPr>
        <p:spPr>
          <a:xfrm>
            <a:off x="368490" y="1314734"/>
            <a:ext cx="6214281" cy="2374710"/>
          </a:xfrm>
          <a:custGeom>
            <a:avLst/>
            <a:gdLst/>
            <a:ahLst/>
            <a:cxnLst/>
            <a:rect l="l" t="t" r="r" b="b"/>
            <a:pathLst>
              <a:path w="6214281" h="2374710" extrusionOk="0">
                <a:moveTo>
                  <a:pt x="72785" y="0"/>
                </a:moveTo>
                <a:lnTo>
                  <a:pt x="6141496" y="0"/>
                </a:lnTo>
                <a:cubicBezTo>
                  <a:pt x="6181694" y="0"/>
                  <a:pt x="6214281" y="32587"/>
                  <a:pt x="6214281" y="72785"/>
                </a:cubicBezTo>
                <a:lnTo>
                  <a:pt x="6214281" y="2301926"/>
                </a:lnTo>
                <a:cubicBezTo>
                  <a:pt x="6214281" y="2342124"/>
                  <a:pt x="6181694" y="2374710"/>
                  <a:pt x="6141496" y="2374710"/>
                </a:cubicBezTo>
                <a:lnTo>
                  <a:pt x="72785" y="2374710"/>
                </a:lnTo>
                <a:cubicBezTo>
                  <a:pt x="32587" y="2374710"/>
                  <a:pt x="0" y="2342124"/>
                  <a:pt x="0" y="2301926"/>
                </a:cubicBezTo>
                <a:lnTo>
                  <a:pt x="0" y="72785"/>
                </a:lnTo>
                <a:cubicBezTo>
                  <a:pt x="0" y="32614"/>
                  <a:pt x="32614" y="0"/>
                  <a:pt x="7278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520890" y="1510352"/>
            <a:ext cx="204716" cy="163773"/>
          </a:xfrm>
          <a:custGeom>
            <a:avLst/>
            <a:gdLst/>
            <a:ahLst/>
            <a:cxnLst/>
            <a:rect l="l" t="t" r="r" b="b"/>
            <a:pathLst>
              <a:path w="204716" h="163773" extrusionOk="0">
                <a:moveTo>
                  <a:pt x="57704" y="64933"/>
                </a:moveTo>
                <a:cubicBezTo>
                  <a:pt x="57481" y="72163"/>
                  <a:pt x="61095" y="75393"/>
                  <a:pt x="61191" y="77408"/>
                </a:cubicBezTo>
                <a:cubicBezTo>
                  <a:pt x="61159" y="77824"/>
                  <a:pt x="60999" y="78208"/>
                  <a:pt x="60775" y="78560"/>
                </a:cubicBezTo>
                <a:cubicBezTo>
                  <a:pt x="60551" y="78912"/>
                  <a:pt x="60231" y="79200"/>
                  <a:pt x="59880" y="79392"/>
                </a:cubicBezTo>
                <a:lnTo>
                  <a:pt x="55785" y="82270"/>
                </a:lnTo>
                <a:cubicBezTo>
                  <a:pt x="55241" y="82654"/>
                  <a:pt x="54634" y="82846"/>
                  <a:pt x="53994" y="82878"/>
                </a:cubicBezTo>
                <a:cubicBezTo>
                  <a:pt x="53866" y="82878"/>
                  <a:pt x="51371" y="83454"/>
                  <a:pt x="47437" y="74690"/>
                </a:cubicBezTo>
                <a:cubicBezTo>
                  <a:pt x="45038" y="77696"/>
                  <a:pt x="41999" y="80095"/>
                  <a:pt x="38512" y="81727"/>
                </a:cubicBezTo>
                <a:cubicBezTo>
                  <a:pt x="35026" y="83358"/>
                  <a:pt x="31251" y="84190"/>
                  <a:pt x="27413" y="84126"/>
                </a:cubicBezTo>
                <a:cubicBezTo>
                  <a:pt x="22199" y="84414"/>
                  <a:pt x="8093" y="81183"/>
                  <a:pt x="8828" y="66149"/>
                </a:cubicBezTo>
                <a:cubicBezTo>
                  <a:pt x="8317" y="53898"/>
                  <a:pt x="19736" y="46285"/>
                  <a:pt x="31507" y="46957"/>
                </a:cubicBezTo>
                <a:cubicBezTo>
                  <a:pt x="33778" y="46957"/>
                  <a:pt x="38416" y="47085"/>
                  <a:pt x="46541" y="48972"/>
                </a:cubicBezTo>
                <a:lnTo>
                  <a:pt x="46541" y="43982"/>
                </a:lnTo>
                <a:cubicBezTo>
                  <a:pt x="47405" y="35506"/>
                  <a:pt x="41839" y="28948"/>
                  <a:pt x="32211" y="29940"/>
                </a:cubicBezTo>
                <a:cubicBezTo>
                  <a:pt x="31443" y="29940"/>
                  <a:pt x="26005" y="29780"/>
                  <a:pt x="17561" y="33170"/>
                </a:cubicBezTo>
                <a:cubicBezTo>
                  <a:pt x="15194" y="34258"/>
                  <a:pt x="14906" y="34066"/>
                  <a:pt x="14106" y="34066"/>
                </a:cubicBezTo>
                <a:cubicBezTo>
                  <a:pt x="11739" y="34066"/>
                  <a:pt x="12699" y="27189"/>
                  <a:pt x="13179" y="26325"/>
                </a:cubicBezTo>
                <a:cubicBezTo>
                  <a:pt x="14842" y="24278"/>
                  <a:pt x="24662" y="20440"/>
                  <a:pt x="34258" y="20504"/>
                </a:cubicBezTo>
                <a:cubicBezTo>
                  <a:pt x="40687" y="19928"/>
                  <a:pt x="47085" y="21911"/>
                  <a:pt x="52075" y="26037"/>
                </a:cubicBezTo>
                <a:cubicBezTo>
                  <a:pt x="54090" y="28308"/>
                  <a:pt x="55657" y="30963"/>
                  <a:pt x="56617" y="33842"/>
                </a:cubicBezTo>
                <a:cubicBezTo>
                  <a:pt x="57576" y="36721"/>
                  <a:pt x="57960" y="39760"/>
                  <a:pt x="57736" y="42799"/>
                </a:cubicBezTo>
                <a:lnTo>
                  <a:pt x="57736" y="64965"/>
                </a:lnTo>
                <a:close/>
                <a:moveTo>
                  <a:pt x="30068" y="75297"/>
                </a:moveTo>
                <a:cubicBezTo>
                  <a:pt x="40431" y="75137"/>
                  <a:pt x="44846" y="68900"/>
                  <a:pt x="45837" y="65541"/>
                </a:cubicBezTo>
                <a:cubicBezTo>
                  <a:pt x="46637" y="62311"/>
                  <a:pt x="46509" y="60295"/>
                  <a:pt x="46509" y="56777"/>
                </a:cubicBezTo>
                <a:cubicBezTo>
                  <a:pt x="43406" y="56041"/>
                  <a:pt x="38960" y="55209"/>
                  <a:pt x="33842" y="55209"/>
                </a:cubicBezTo>
                <a:cubicBezTo>
                  <a:pt x="28980" y="54858"/>
                  <a:pt x="20152" y="57001"/>
                  <a:pt x="20504" y="65541"/>
                </a:cubicBezTo>
                <a:cubicBezTo>
                  <a:pt x="20120" y="70915"/>
                  <a:pt x="24054" y="75585"/>
                  <a:pt x="30100" y="75297"/>
                </a:cubicBezTo>
                <a:close/>
                <a:moveTo>
                  <a:pt x="84733" y="82686"/>
                </a:moveTo>
                <a:cubicBezTo>
                  <a:pt x="82206" y="82910"/>
                  <a:pt x="81055" y="81119"/>
                  <a:pt x="80671" y="79360"/>
                </a:cubicBezTo>
                <a:lnTo>
                  <a:pt x="64742" y="26677"/>
                </a:lnTo>
                <a:cubicBezTo>
                  <a:pt x="64422" y="25781"/>
                  <a:pt x="64230" y="24886"/>
                  <a:pt x="64134" y="23926"/>
                </a:cubicBezTo>
                <a:cubicBezTo>
                  <a:pt x="64070" y="23542"/>
                  <a:pt x="64166" y="23159"/>
                  <a:pt x="64390" y="22839"/>
                </a:cubicBezTo>
                <a:cubicBezTo>
                  <a:pt x="64614" y="22519"/>
                  <a:pt x="64965" y="22327"/>
                  <a:pt x="65349" y="22263"/>
                </a:cubicBezTo>
                <a:cubicBezTo>
                  <a:pt x="65413" y="22263"/>
                  <a:pt x="64678" y="22263"/>
                  <a:pt x="72450" y="22263"/>
                </a:cubicBezTo>
                <a:cubicBezTo>
                  <a:pt x="75265" y="21975"/>
                  <a:pt x="76161" y="24182"/>
                  <a:pt x="76481" y="25590"/>
                </a:cubicBezTo>
                <a:lnTo>
                  <a:pt x="87932" y="70627"/>
                </a:lnTo>
                <a:lnTo>
                  <a:pt x="98552" y="25590"/>
                </a:lnTo>
                <a:cubicBezTo>
                  <a:pt x="98712" y="24566"/>
                  <a:pt x="99479" y="22039"/>
                  <a:pt x="102646" y="22327"/>
                </a:cubicBezTo>
                <a:lnTo>
                  <a:pt x="108148" y="22327"/>
                </a:lnTo>
                <a:cubicBezTo>
                  <a:pt x="108852" y="22263"/>
                  <a:pt x="111698" y="22167"/>
                  <a:pt x="112210" y="25654"/>
                </a:cubicBezTo>
                <a:lnTo>
                  <a:pt x="122862" y="71235"/>
                </a:lnTo>
                <a:lnTo>
                  <a:pt x="134665" y="25622"/>
                </a:lnTo>
                <a:cubicBezTo>
                  <a:pt x="134825" y="24918"/>
                  <a:pt x="135529" y="21975"/>
                  <a:pt x="138727" y="22295"/>
                </a:cubicBezTo>
                <a:lnTo>
                  <a:pt x="145029" y="22295"/>
                </a:lnTo>
                <a:cubicBezTo>
                  <a:pt x="145317" y="22263"/>
                  <a:pt x="147012" y="22039"/>
                  <a:pt x="146724" y="25046"/>
                </a:cubicBezTo>
                <a:cubicBezTo>
                  <a:pt x="146596" y="25622"/>
                  <a:pt x="147812" y="21623"/>
                  <a:pt x="129835" y="79392"/>
                </a:cubicBezTo>
                <a:cubicBezTo>
                  <a:pt x="129483" y="81151"/>
                  <a:pt x="128300" y="82942"/>
                  <a:pt x="125773" y="82718"/>
                </a:cubicBezTo>
                <a:lnTo>
                  <a:pt x="119791" y="82718"/>
                </a:lnTo>
                <a:cubicBezTo>
                  <a:pt x="116305" y="83102"/>
                  <a:pt x="115793" y="79615"/>
                  <a:pt x="115729" y="79296"/>
                </a:cubicBezTo>
                <a:lnTo>
                  <a:pt x="105109" y="35442"/>
                </a:lnTo>
                <a:lnTo>
                  <a:pt x="94617" y="79264"/>
                </a:lnTo>
                <a:cubicBezTo>
                  <a:pt x="94553" y="79615"/>
                  <a:pt x="94074" y="83070"/>
                  <a:pt x="90555" y="82686"/>
                </a:cubicBezTo>
                <a:lnTo>
                  <a:pt x="84701" y="82686"/>
                </a:lnTo>
                <a:lnTo>
                  <a:pt x="84701" y="82686"/>
                </a:lnTo>
                <a:close/>
                <a:moveTo>
                  <a:pt x="172218" y="84478"/>
                </a:moveTo>
                <a:cubicBezTo>
                  <a:pt x="170330" y="84478"/>
                  <a:pt x="161374" y="84382"/>
                  <a:pt x="153857" y="80543"/>
                </a:cubicBezTo>
                <a:cubicBezTo>
                  <a:pt x="153121" y="80223"/>
                  <a:pt x="152482" y="79711"/>
                  <a:pt x="152034" y="79008"/>
                </a:cubicBezTo>
                <a:cubicBezTo>
                  <a:pt x="151586" y="78304"/>
                  <a:pt x="151362" y="77536"/>
                  <a:pt x="151362" y="76737"/>
                </a:cubicBezTo>
                <a:lnTo>
                  <a:pt x="151362" y="73314"/>
                </a:lnTo>
                <a:cubicBezTo>
                  <a:pt x="151362" y="70595"/>
                  <a:pt x="153345" y="71107"/>
                  <a:pt x="154177" y="71427"/>
                </a:cubicBezTo>
                <a:cubicBezTo>
                  <a:pt x="157376" y="72738"/>
                  <a:pt x="159455" y="73698"/>
                  <a:pt x="163389" y="74498"/>
                </a:cubicBezTo>
                <a:cubicBezTo>
                  <a:pt x="175128" y="76897"/>
                  <a:pt x="180278" y="73762"/>
                  <a:pt x="181526" y="73058"/>
                </a:cubicBezTo>
                <a:cubicBezTo>
                  <a:pt x="185748" y="70563"/>
                  <a:pt x="186068" y="64838"/>
                  <a:pt x="183221" y="61895"/>
                </a:cubicBezTo>
                <a:cubicBezTo>
                  <a:pt x="179863" y="59080"/>
                  <a:pt x="178263" y="58984"/>
                  <a:pt x="166236" y="55177"/>
                </a:cubicBezTo>
                <a:cubicBezTo>
                  <a:pt x="164765" y="54762"/>
                  <a:pt x="152258" y="50827"/>
                  <a:pt x="152226" y="38416"/>
                </a:cubicBezTo>
                <a:cubicBezTo>
                  <a:pt x="152034" y="29396"/>
                  <a:pt x="160223" y="20440"/>
                  <a:pt x="174457" y="20504"/>
                </a:cubicBezTo>
                <a:cubicBezTo>
                  <a:pt x="178519" y="20504"/>
                  <a:pt x="189299" y="21815"/>
                  <a:pt x="192242" y="25494"/>
                </a:cubicBezTo>
                <a:cubicBezTo>
                  <a:pt x="192689" y="26165"/>
                  <a:pt x="192881" y="26965"/>
                  <a:pt x="192849" y="27733"/>
                </a:cubicBezTo>
                <a:lnTo>
                  <a:pt x="192849" y="30963"/>
                </a:lnTo>
                <a:cubicBezTo>
                  <a:pt x="192849" y="32371"/>
                  <a:pt x="192337" y="33106"/>
                  <a:pt x="191282" y="33106"/>
                </a:cubicBezTo>
                <a:cubicBezTo>
                  <a:pt x="188819" y="32819"/>
                  <a:pt x="184437" y="29524"/>
                  <a:pt x="175544" y="29652"/>
                </a:cubicBezTo>
                <a:cubicBezTo>
                  <a:pt x="173337" y="29524"/>
                  <a:pt x="162782" y="29940"/>
                  <a:pt x="163261" y="37649"/>
                </a:cubicBezTo>
                <a:cubicBezTo>
                  <a:pt x="163133" y="43726"/>
                  <a:pt x="171770" y="45997"/>
                  <a:pt x="172761" y="46253"/>
                </a:cubicBezTo>
                <a:cubicBezTo>
                  <a:pt x="184437" y="49772"/>
                  <a:pt x="188307" y="50347"/>
                  <a:pt x="192945" y="55721"/>
                </a:cubicBezTo>
                <a:cubicBezTo>
                  <a:pt x="198415" y="62822"/>
                  <a:pt x="195472" y="71171"/>
                  <a:pt x="194321" y="73442"/>
                </a:cubicBezTo>
                <a:cubicBezTo>
                  <a:pt x="188211" y="85437"/>
                  <a:pt x="172442" y="84446"/>
                  <a:pt x="172154" y="84446"/>
                </a:cubicBezTo>
                <a:close/>
                <a:moveTo>
                  <a:pt x="185076" y="118032"/>
                </a:moveTo>
                <a:cubicBezTo>
                  <a:pt x="162686" y="134569"/>
                  <a:pt x="130155" y="143365"/>
                  <a:pt x="102390" y="143365"/>
                </a:cubicBezTo>
                <a:cubicBezTo>
                  <a:pt x="64933" y="143621"/>
                  <a:pt x="28724" y="129835"/>
                  <a:pt x="896" y="104757"/>
                </a:cubicBezTo>
                <a:cubicBezTo>
                  <a:pt x="-1184" y="102870"/>
                  <a:pt x="640" y="100279"/>
                  <a:pt x="3199" y="101718"/>
                </a:cubicBezTo>
                <a:cubicBezTo>
                  <a:pt x="34066" y="119375"/>
                  <a:pt x="68996" y="128651"/>
                  <a:pt x="104565" y="128619"/>
                </a:cubicBezTo>
                <a:cubicBezTo>
                  <a:pt x="131114" y="128492"/>
                  <a:pt x="157376" y="123086"/>
                  <a:pt x="181846" y="112786"/>
                </a:cubicBezTo>
                <a:cubicBezTo>
                  <a:pt x="185620" y="111187"/>
                  <a:pt x="188819" y="115281"/>
                  <a:pt x="185076" y="118032"/>
                </a:cubicBezTo>
                <a:close/>
                <a:moveTo>
                  <a:pt x="194417" y="107380"/>
                </a:moveTo>
                <a:cubicBezTo>
                  <a:pt x="191538" y="103702"/>
                  <a:pt x="175448" y="105653"/>
                  <a:pt x="168251" y="106517"/>
                </a:cubicBezTo>
                <a:cubicBezTo>
                  <a:pt x="166076" y="106772"/>
                  <a:pt x="165724" y="104885"/>
                  <a:pt x="167676" y="103478"/>
                </a:cubicBezTo>
                <a:cubicBezTo>
                  <a:pt x="180502" y="94457"/>
                  <a:pt x="201550" y="97048"/>
                  <a:pt x="203949" y="100087"/>
                </a:cubicBezTo>
                <a:cubicBezTo>
                  <a:pt x="206348" y="103126"/>
                  <a:pt x="203277" y="124205"/>
                  <a:pt x="191282" y="134281"/>
                </a:cubicBezTo>
                <a:cubicBezTo>
                  <a:pt x="189427" y="135849"/>
                  <a:pt x="187667" y="135017"/>
                  <a:pt x="188499" y="132970"/>
                </a:cubicBezTo>
                <a:cubicBezTo>
                  <a:pt x="191186" y="126156"/>
                  <a:pt x="197263" y="111059"/>
                  <a:pt x="194385" y="10738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727881" y="1464860"/>
            <a:ext cx="5786651" cy="254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AWS EC2 Configuration</a:t>
            </a:r>
            <a:endParaRPr sz="1600" b="0" i="0" u="none" strike="noStrike" cap="none"/>
          </a:p>
        </p:txBody>
      </p:sp>
      <p:sp>
        <p:nvSpPr>
          <p:cNvPr id="413" name="Google Shape;413;p10"/>
          <p:cNvSpPr/>
          <p:nvPr/>
        </p:nvSpPr>
        <p:spPr>
          <a:xfrm>
            <a:off x="518615" y="1828800"/>
            <a:ext cx="2902424" cy="800669"/>
          </a:xfrm>
          <a:custGeom>
            <a:avLst/>
            <a:gdLst/>
            <a:ahLst/>
            <a:cxnLst/>
            <a:rect l="l" t="t" r="r" b="b"/>
            <a:pathLst>
              <a:path w="2902424" h="800669" extrusionOk="0">
                <a:moveTo>
                  <a:pt x="72789" y="0"/>
                </a:moveTo>
                <a:lnTo>
                  <a:pt x="2829635" y="0"/>
                </a:lnTo>
                <a:cubicBezTo>
                  <a:pt x="2869808" y="0"/>
                  <a:pt x="2902424" y="32616"/>
                  <a:pt x="2902424" y="72789"/>
                </a:cubicBezTo>
                <a:lnTo>
                  <a:pt x="2902424" y="727880"/>
                </a:lnTo>
                <a:cubicBezTo>
                  <a:pt x="2902424" y="768053"/>
                  <a:pt x="2869808" y="800669"/>
                  <a:pt x="2829635" y="800669"/>
                </a:cubicBezTo>
                <a:lnTo>
                  <a:pt x="72789" y="800669"/>
                </a:lnTo>
                <a:cubicBezTo>
                  <a:pt x="32616" y="800669"/>
                  <a:pt x="0" y="768053"/>
                  <a:pt x="0" y="727880"/>
                </a:cubicBezTo>
                <a:lnTo>
                  <a:pt x="0" y="72789"/>
                </a:lnTo>
                <a:cubicBezTo>
                  <a:pt x="0" y="32616"/>
                  <a:pt x="32616" y="0"/>
                  <a:pt x="727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627797" y="1937982"/>
            <a:ext cx="2747749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Instance Type</a:t>
            </a:r>
            <a:endParaRPr sz="1600" b="0" i="0" u="none" strike="noStrike" cap="none"/>
          </a:p>
        </p:txBody>
      </p:sp>
      <p:sp>
        <p:nvSpPr>
          <p:cNvPr id="415" name="Google Shape;415;p10"/>
          <p:cNvSpPr/>
          <p:nvPr/>
        </p:nvSpPr>
        <p:spPr>
          <a:xfrm>
            <a:off x="627797" y="2156346"/>
            <a:ext cx="2756848" cy="21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6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t3.micro</a:t>
            </a:r>
            <a:endParaRPr sz="1600" b="0" i="0" u="none" strike="noStrike" cap="none" dirty="0"/>
          </a:p>
        </p:txBody>
      </p:sp>
      <p:sp>
        <p:nvSpPr>
          <p:cNvPr id="416" name="Google Shape;416;p10"/>
          <p:cNvSpPr/>
          <p:nvPr/>
        </p:nvSpPr>
        <p:spPr>
          <a:xfrm>
            <a:off x="627797" y="2374710"/>
            <a:ext cx="2738651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Free Tier Eligible</a:t>
            </a:r>
            <a:endParaRPr sz="1600" b="0" i="0" u="none" strike="noStrike" cap="none"/>
          </a:p>
        </p:txBody>
      </p:sp>
      <p:sp>
        <p:nvSpPr>
          <p:cNvPr id="417" name="Google Shape;417;p10"/>
          <p:cNvSpPr/>
          <p:nvPr/>
        </p:nvSpPr>
        <p:spPr>
          <a:xfrm>
            <a:off x="3532211" y="1828800"/>
            <a:ext cx="2902424" cy="800669"/>
          </a:xfrm>
          <a:custGeom>
            <a:avLst/>
            <a:gdLst/>
            <a:ahLst/>
            <a:cxnLst/>
            <a:rect l="l" t="t" r="r" b="b"/>
            <a:pathLst>
              <a:path w="2902424" h="800669" extrusionOk="0">
                <a:moveTo>
                  <a:pt x="72789" y="0"/>
                </a:moveTo>
                <a:lnTo>
                  <a:pt x="2829635" y="0"/>
                </a:lnTo>
                <a:cubicBezTo>
                  <a:pt x="2869808" y="0"/>
                  <a:pt x="2902424" y="32616"/>
                  <a:pt x="2902424" y="72789"/>
                </a:cubicBezTo>
                <a:lnTo>
                  <a:pt x="2902424" y="727880"/>
                </a:lnTo>
                <a:cubicBezTo>
                  <a:pt x="2902424" y="768053"/>
                  <a:pt x="2869808" y="800669"/>
                  <a:pt x="2829635" y="800669"/>
                </a:cubicBezTo>
                <a:lnTo>
                  <a:pt x="72789" y="800669"/>
                </a:lnTo>
                <a:cubicBezTo>
                  <a:pt x="32616" y="800669"/>
                  <a:pt x="0" y="768053"/>
                  <a:pt x="0" y="727880"/>
                </a:cubicBezTo>
                <a:lnTo>
                  <a:pt x="0" y="72789"/>
                </a:lnTo>
                <a:cubicBezTo>
                  <a:pt x="0" y="32616"/>
                  <a:pt x="32616" y="0"/>
                  <a:pt x="727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3641393" y="1937982"/>
            <a:ext cx="2747749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</a:t>
            </a:r>
            <a:endParaRPr sz="1600" b="0" i="0" u="none" strike="noStrike" cap="none"/>
          </a:p>
        </p:txBody>
      </p:sp>
      <p:sp>
        <p:nvSpPr>
          <p:cNvPr id="419" name="Google Shape;419;p10"/>
          <p:cNvSpPr/>
          <p:nvPr/>
        </p:nvSpPr>
        <p:spPr>
          <a:xfrm>
            <a:off x="3641393" y="2156346"/>
            <a:ext cx="2756848" cy="21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6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</a:t>
            </a:r>
            <a:r>
              <a:rPr lang="en-US" altLang="zh-CN" sz="1146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mazon Linux</a:t>
            </a:r>
            <a:r>
              <a:rPr lang="en-US" sz="1146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2023/2</a:t>
            </a:r>
            <a:endParaRPr sz="1600" b="0" i="0" u="none" strike="noStrike" cap="none" dirty="0"/>
          </a:p>
        </p:txBody>
      </p:sp>
      <p:sp>
        <p:nvSpPr>
          <p:cNvPr id="420" name="Google Shape;420;p10"/>
          <p:cNvSpPr/>
          <p:nvPr/>
        </p:nvSpPr>
        <p:spPr>
          <a:xfrm>
            <a:off x="3641393" y="2374710"/>
            <a:ext cx="2738651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LTS Version</a:t>
            </a:r>
            <a:endParaRPr sz="1600" b="0" i="0" u="none" strike="noStrike" cap="none"/>
          </a:p>
        </p:txBody>
      </p:sp>
      <p:sp>
        <p:nvSpPr>
          <p:cNvPr id="421" name="Google Shape;421;p10"/>
          <p:cNvSpPr/>
          <p:nvPr/>
        </p:nvSpPr>
        <p:spPr>
          <a:xfrm>
            <a:off x="518615" y="2738651"/>
            <a:ext cx="2902424" cy="800669"/>
          </a:xfrm>
          <a:custGeom>
            <a:avLst/>
            <a:gdLst/>
            <a:ahLst/>
            <a:cxnLst/>
            <a:rect l="l" t="t" r="r" b="b"/>
            <a:pathLst>
              <a:path w="2902424" h="800669" extrusionOk="0">
                <a:moveTo>
                  <a:pt x="72789" y="0"/>
                </a:moveTo>
                <a:lnTo>
                  <a:pt x="2829635" y="0"/>
                </a:lnTo>
                <a:cubicBezTo>
                  <a:pt x="2869808" y="0"/>
                  <a:pt x="2902424" y="32616"/>
                  <a:pt x="2902424" y="72789"/>
                </a:cubicBezTo>
                <a:lnTo>
                  <a:pt x="2902424" y="727880"/>
                </a:lnTo>
                <a:cubicBezTo>
                  <a:pt x="2902424" y="768053"/>
                  <a:pt x="2869808" y="800669"/>
                  <a:pt x="2829635" y="800669"/>
                </a:cubicBezTo>
                <a:lnTo>
                  <a:pt x="72789" y="800669"/>
                </a:lnTo>
                <a:cubicBezTo>
                  <a:pt x="32616" y="800669"/>
                  <a:pt x="0" y="768053"/>
                  <a:pt x="0" y="727880"/>
                </a:cubicBezTo>
                <a:lnTo>
                  <a:pt x="0" y="72789"/>
                </a:lnTo>
                <a:cubicBezTo>
                  <a:pt x="0" y="32616"/>
                  <a:pt x="32616" y="0"/>
                  <a:pt x="727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627797" y="2847833"/>
            <a:ext cx="2747749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vCPU</a:t>
            </a:r>
            <a:endParaRPr sz="1600" b="0" i="0" u="none" strike="noStrike" cap="none"/>
          </a:p>
        </p:txBody>
      </p:sp>
      <p:sp>
        <p:nvSpPr>
          <p:cNvPr id="423" name="Google Shape;423;p10"/>
          <p:cNvSpPr/>
          <p:nvPr/>
        </p:nvSpPr>
        <p:spPr>
          <a:xfrm>
            <a:off x="627797" y="3066197"/>
            <a:ext cx="2756848" cy="21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6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1 Core</a:t>
            </a:r>
            <a:endParaRPr sz="1600" b="0" i="0" u="none" strike="noStrike" cap="none"/>
          </a:p>
        </p:txBody>
      </p:sp>
      <p:sp>
        <p:nvSpPr>
          <p:cNvPr id="424" name="Google Shape;424;p10"/>
          <p:cNvSpPr/>
          <p:nvPr/>
        </p:nvSpPr>
        <p:spPr>
          <a:xfrm>
            <a:off x="627797" y="3284561"/>
            <a:ext cx="2738651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Burstable</a:t>
            </a:r>
            <a:endParaRPr sz="1600" b="0" i="0" u="none" strike="noStrike" cap="none"/>
          </a:p>
        </p:txBody>
      </p:sp>
      <p:sp>
        <p:nvSpPr>
          <p:cNvPr id="425" name="Google Shape;425;p10"/>
          <p:cNvSpPr/>
          <p:nvPr/>
        </p:nvSpPr>
        <p:spPr>
          <a:xfrm>
            <a:off x="3532211" y="2738651"/>
            <a:ext cx="2902424" cy="800669"/>
          </a:xfrm>
          <a:custGeom>
            <a:avLst/>
            <a:gdLst/>
            <a:ahLst/>
            <a:cxnLst/>
            <a:rect l="l" t="t" r="r" b="b"/>
            <a:pathLst>
              <a:path w="2902424" h="800669" extrusionOk="0">
                <a:moveTo>
                  <a:pt x="72789" y="0"/>
                </a:moveTo>
                <a:lnTo>
                  <a:pt x="2829635" y="0"/>
                </a:lnTo>
                <a:cubicBezTo>
                  <a:pt x="2869808" y="0"/>
                  <a:pt x="2902424" y="32616"/>
                  <a:pt x="2902424" y="72789"/>
                </a:cubicBezTo>
                <a:lnTo>
                  <a:pt x="2902424" y="727880"/>
                </a:lnTo>
                <a:cubicBezTo>
                  <a:pt x="2902424" y="768053"/>
                  <a:pt x="2869808" y="800669"/>
                  <a:pt x="2829635" y="800669"/>
                </a:cubicBezTo>
                <a:lnTo>
                  <a:pt x="72789" y="800669"/>
                </a:lnTo>
                <a:cubicBezTo>
                  <a:pt x="32616" y="800669"/>
                  <a:pt x="0" y="768053"/>
                  <a:pt x="0" y="727880"/>
                </a:cubicBezTo>
                <a:lnTo>
                  <a:pt x="0" y="72789"/>
                </a:lnTo>
                <a:cubicBezTo>
                  <a:pt x="0" y="32616"/>
                  <a:pt x="32616" y="0"/>
                  <a:pt x="727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3641393" y="2847833"/>
            <a:ext cx="2747749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Memory</a:t>
            </a:r>
            <a:endParaRPr sz="1600" b="0" i="0" u="none" strike="noStrike" cap="none"/>
          </a:p>
        </p:txBody>
      </p:sp>
      <p:sp>
        <p:nvSpPr>
          <p:cNvPr id="427" name="Google Shape;427;p10"/>
          <p:cNvSpPr/>
          <p:nvPr/>
        </p:nvSpPr>
        <p:spPr>
          <a:xfrm>
            <a:off x="3641393" y="3066197"/>
            <a:ext cx="2756848" cy="21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6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1 GB RAM</a:t>
            </a:r>
            <a:endParaRPr sz="1600" b="0" i="0" u="none" strike="noStrike" cap="none"/>
          </a:p>
        </p:txBody>
      </p:sp>
      <p:sp>
        <p:nvSpPr>
          <p:cNvPr id="428" name="Google Shape;428;p10"/>
          <p:cNvSpPr/>
          <p:nvPr/>
        </p:nvSpPr>
        <p:spPr>
          <a:xfrm>
            <a:off x="3641393" y="3284561"/>
            <a:ext cx="2738651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Sufficient</a:t>
            </a:r>
            <a:endParaRPr sz="1600" b="0" i="0" u="none" strike="noStrike" cap="none"/>
          </a:p>
        </p:txBody>
      </p:sp>
      <p:sp>
        <p:nvSpPr>
          <p:cNvPr id="429" name="Google Shape;429;p10"/>
          <p:cNvSpPr/>
          <p:nvPr/>
        </p:nvSpPr>
        <p:spPr>
          <a:xfrm>
            <a:off x="368490" y="3807725"/>
            <a:ext cx="6214281" cy="2229134"/>
          </a:xfrm>
          <a:custGeom>
            <a:avLst/>
            <a:gdLst/>
            <a:ahLst/>
            <a:cxnLst/>
            <a:rect l="l" t="t" r="r" b="b"/>
            <a:pathLst>
              <a:path w="6214281" h="2229134" extrusionOk="0">
                <a:moveTo>
                  <a:pt x="72781" y="0"/>
                </a:moveTo>
                <a:lnTo>
                  <a:pt x="6141499" y="0"/>
                </a:lnTo>
                <a:cubicBezTo>
                  <a:pt x="6181695" y="0"/>
                  <a:pt x="6214281" y="32585"/>
                  <a:pt x="6214281" y="72781"/>
                </a:cubicBezTo>
                <a:lnTo>
                  <a:pt x="6214281" y="2156353"/>
                </a:lnTo>
                <a:cubicBezTo>
                  <a:pt x="6214281" y="2196549"/>
                  <a:pt x="6181695" y="2229134"/>
                  <a:pt x="6141499" y="2229134"/>
                </a:cubicBezTo>
                <a:lnTo>
                  <a:pt x="72781" y="2229134"/>
                </a:lnTo>
                <a:cubicBezTo>
                  <a:pt x="32585" y="2229134"/>
                  <a:pt x="0" y="2196549"/>
                  <a:pt x="0" y="2156353"/>
                </a:cubicBezTo>
                <a:lnTo>
                  <a:pt x="0" y="72781"/>
                </a:lnTo>
                <a:cubicBezTo>
                  <a:pt x="0" y="32585"/>
                  <a:pt x="32585" y="0"/>
                  <a:pt x="7278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520890" y="4003343"/>
            <a:ext cx="204716" cy="163773"/>
          </a:xfrm>
          <a:custGeom>
            <a:avLst/>
            <a:gdLst/>
            <a:ahLst/>
            <a:cxnLst/>
            <a:rect l="l" t="t" r="r" b="b"/>
            <a:pathLst>
              <a:path w="204716" h="163773" extrusionOk="0">
                <a:moveTo>
                  <a:pt x="111922" y="75585"/>
                </a:moveTo>
                <a:lnTo>
                  <a:pt x="90779" y="75585"/>
                </a:lnTo>
                <a:lnTo>
                  <a:pt x="90779" y="56585"/>
                </a:lnTo>
                <a:lnTo>
                  <a:pt x="111922" y="56585"/>
                </a:lnTo>
                <a:lnTo>
                  <a:pt x="111922" y="75585"/>
                </a:lnTo>
                <a:close/>
                <a:moveTo>
                  <a:pt x="111922" y="10236"/>
                </a:moveTo>
                <a:lnTo>
                  <a:pt x="90779" y="10236"/>
                </a:lnTo>
                <a:lnTo>
                  <a:pt x="90779" y="29652"/>
                </a:lnTo>
                <a:lnTo>
                  <a:pt x="111922" y="29652"/>
                </a:lnTo>
                <a:lnTo>
                  <a:pt x="111922" y="10236"/>
                </a:lnTo>
                <a:close/>
                <a:moveTo>
                  <a:pt x="136936" y="56553"/>
                </a:moveTo>
                <a:lnTo>
                  <a:pt x="115793" y="56553"/>
                </a:lnTo>
                <a:lnTo>
                  <a:pt x="115793" y="75553"/>
                </a:lnTo>
                <a:lnTo>
                  <a:pt x="136936" y="75553"/>
                </a:lnTo>
                <a:lnTo>
                  <a:pt x="136936" y="56553"/>
                </a:lnTo>
                <a:close/>
                <a:moveTo>
                  <a:pt x="86941" y="33490"/>
                </a:moveTo>
                <a:lnTo>
                  <a:pt x="65797" y="33490"/>
                </a:lnTo>
                <a:lnTo>
                  <a:pt x="65797" y="52714"/>
                </a:lnTo>
                <a:lnTo>
                  <a:pt x="86941" y="52714"/>
                </a:lnTo>
                <a:lnTo>
                  <a:pt x="86941" y="33490"/>
                </a:lnTo>
                <a:close/>
                <a:moveTo>
                  <a:pt x="111922" y="33490"/>
                </a:moveTo>
                <a:lnTo>
                  <a:pt x="90779" y="33490"/>
                </a:lnTo>
                <a:lnTo>
                  <a:pt x="90779" y="52714"/>
                </a:lnTo>
                <a:lnTo>
                  <a:pt x="111922" y="52714"/>
                </a:lnTo>
                <a:lnTo>
                  <a:pt x="111922" y="33490"/>
                </a:lnTo>
                <a:close/>
                <a:moveTo>
                  <a:pt x="200462" y="65477"/>
                </a:moveTo>
                <a:cubicBezTo>
                  <a:pt x="195856" y="62375"/>
                  <a:pt x="185236" y="61255"/>
                  <a:pt x="177080" y="62790"/>
                </a:cubicBezTo>
                <a:cubicBezTo>
                  <a:pt x="176024" y="55113"/>
                  <a:pt x="171738" y="48428"/>
                  <a:pt x="163933" y="42415"/>
                </a:cubicBezTo>
                <a:lnTo>
                  <a:pt x="159455" y="39440"/>
                </a:lnTo>
                <a:lnTo>
                  <a:pt x="156480" y="43918"/>
                </a:lnTo>
                <a:cubicBezTo>
                  <a:pt x="150595" y="52810"/>
                  <a:pt x="148995" y="67460"/>
                  <a:pt x="155297" y="77121"/>
                </a:cubicBezTo>
                <a:cubicBezTo>
                  <a:pt x="152514" y="78624"/>
                  <a:pt x="147044" y="80671"/>
                  <a:pt x="139815" y="80543"/>
                </a:cubicBezTo>
                <a:lnTo>
                  <a:pt x="768" y="80543"/>
                </a:lnTo>
                <a:cubicBezTo>
                  <a:pt x="-2015" y="96792"/>
                  <a:pt x="2623" y="117904"/>
                  <a:pt x="14842" y="132394"/>
                </a:cubicBezTo>
                <a:cubicBezTo>
                  <a:pt x="26709" y="146436"/>
                  <a:pt x="44494" y="153569"/>
                  <a:pt x="67748" y="153569"/>
                </a:cubicBezTo>
                <a:cubicBezTo>
                  <a:pt x="118096" y="153569"/>
                  <a:pt x="155361" y="130379"/>
                  <a:pt x="172793" y="88252"/>
                </a:cubicBezTo>
                <a:cubicBezTo>
                  <a:pt x="179639" y="88380"/>
                  <a:pt x="194417" y="88284"/>
                  <a:pt x="201998" y="73794"/>
                </a:cubicBezTo>
                <a:cubicBezTo>
                  <a:pt x="202477" y="72994"/>
                  <a:pt x="204109" y="69572"/>
                  <a:pt x="204716" y="68324"/>
                </a:cubicBezTo>
                <a:lnTo>
                  <a:pt x="200462" y="65477"/>
                </a:lnTo>
                <a:close/>
                <a:moveTo>
                  <a:pt x="36977" y="56553"/>
                </a:moveTo>
                <a:lnTo>
                  <a:pt x="15866" y="56553"/>
                </a:lnTo>
                <a:lnTo>
                  <a:pt x="15866" y="75553"/>
                </a:lnTo>
                <a:lnTo>
                  <a:pt x="37009" y="75553"/>
                </a:lnTo>
                <a:lnTo>
                  <a:pt x="37009" y="56553"/>
                </a:lnTo>
                <a:lnTo>
                  <a:pt x="36977" y="56553"/>
                </a:lnTo>
                <a:close/>
                <a:moveTo>
                  <a:pt x="61959" y="56553"/>
                </a:moveTo>
                <a:lnTo>
                  <a:pt x="40815" y="56553"/>
                </a:lnTo>
                <a:lnTo>
                  <a:pt x="40815" y="75553"/>
                </a:lnTo>
                <a:lnTo>
                  <a:pt x="61959" y="75553"/>
                </a:lnTo>
                <a:lnTo>
                  <a:pt x="61959" y="56553"/>
                </a:lnTo>
                <a:close/>
                <a:moveTo>
                  <a:pt x="86941" y="56553"/>
                </a:moveTo>
                <a:lnTo>
                  <a:pt x="65797" y="56553"/>
                </a:lnTo>
                <a:lnTo>
                  <a:pt x="65797" y="75553"/>
                </a:lnTo>
                <a:lnTo>
                  <a:pt x="86941" y="75553"/>
                </a:lnTo>
                <a:lnTo>
                  <a:pt x="86941" y="56553"/>
                </a:lnTo>
                <a:close/>
                <a:moveTo>
                  <a:pt x="61959" y="33490"/>
                </a:moveTo>
                <a:lnTo>
                  <a:pt x="40815" y="33490"/>
                </a:lnTo>
                <a:lnTo>
                  <a:pt x="40815" y="52714"/>
                </a:lnTo>
                <a:lnTo>
                  <a:pt x="61959" y="52714"/>
                </a:lnTo>
                <a:lnTo>
                  <a:pt x="61959" y="33490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727881" y="3957851"/>
            <a:ext cx="5786651" cy="254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Docker Deployment</a:t>
            </a:r>
            <a:endParaRPr sz="1600" b="0" i="0" u="none" strike="noStrike" cap="none"/>
          </a:p>
        </p:txBody>
      </p:sp>
      <p:sp>
        <p:nvSpPr>
          <p:cNvPr id="432" name="Google Shape;432;p10"/>
          <p:cNvSpPr/>
          <p:nvPr/>
        </p:nvSpPr>
        <p:spPr>
          <a:xfrm>
            <a:off x="518615" y="4321791"/>
            <a:ext cx="5914030" cy="473122"/>
          </a:xfrm>
          <a:custGeom>
            <a:avLst/>
            <a:gdLst/>
            <a:ahLst/>
            <a:cxnLst/>
            <a:rect l="l" t="t" r="r" b="b"/>
            <a:pathLst>
              <a:path w="5914030" h="473122" extrusionOk="0">
                <a:moveTo>
                  <a:pt x="72790" y="0"/>
                </a:moveTo>
                <a:lnTo>
                  <a:pt x="5841240" y="0"/>
                </a:lnTo>
                <a:cubicBezTo>
                  <a:pt x="5881441" y="0"/>
                  <a:pt x="5914030" y="32589"/>
                  <a:pt x="5914030" y="72790"/>
                </a:cubicBezTo>
                <a:lnTo>
                  <a:pt x="5914030" y="400333"/>
                </a:lnTo>
                <a:cubicBezTo>
                  <a:pt x="5914030" y="440533"/>
                  <a:pt x="5881441" y="473122"/>
                  <a:pt x="5841240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591403" y="4412776"/>
            <a:ext cx="291152" cy="291152"/>
          </a:xfrm>
          <a:custGeom>
            <a:avLst/>
            <a:gdLst/>
            <a:ahLst/>
            <a:cxnLst/>
            <a:rect l="l" t="t" r="r" b="b"/>
            <a:pathLst>
              <a:path w="291152" h="291152" extrusionOk="0">
                <a:moveTo>
                  <a:pt x="36394" y="0"/>
                </a:moveTo>
                <a:lnTo>
                  <a:pt x="254758" y="0"/>
                </a:lnTo>
                <a:cubicBezTo>
                  <a:pt x="274858" y="0"/>
                  <a:pt x="291152" y="16294"/>
                  <a:pt x="291152" y="36394"/>
                </a:cubicBezTo>
                <a:lnTo>
                  <a:pt x="291152" y="254758"/>
                </a:lnTo>
                <a:cubicBezTo>
                  <a:pt x="291152" y="274858"/>
                  <a:pt x="274858" y="291152"/>
                  <a:pt x="254758" y="291152"/>
                </a:cubicBezTo>
                <a:lnTo>
                  <a:pt x="36394" y="291152"/>
                </a:lnTo>
                <a:cubicBezTo>
                  <a:pt x="16294" y="291152"/>
                  <a:pt x="0" y="274858"/>
                  <a:pt x="0" y="254758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711390" y="4467367"/>
            <a:ext cx="118281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sz="1600" b="0" i="0" u="none" strike="noStrike" cap="none"/>
          </a:p>
        </p:txBody>
      </p:sp>
      <p:sp>
        <p:nvSpPr>
          <p:cNvPr id="435" name="Google Shape;435;p10"/>
          <p:cNvSpPr/>
          <p:nvPr/>
        </p:nvSpPr>
        <p:spPr>
          <a:xfrm>
            <a:off x="991737" y="4394579"/>
            <a:ext cx="5431809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Build Image</a:t>
            </a:r>
            <a:endParaRPr sz="1600" b="0" i="0" u="none" strike="noStrike" cap="none"/>
          </a:p>
        </p:txBody>
      </p:sp>
      <p:sp>
        <p:nvSpPr>
          <p:cNvPr id="436" name="Google Shape;436;p10"/>
          <p:cNvSpPr/>
          <p:nvPr/>
        </p:nvSpPr>
        <p:spPr>
          <a:xfrm>
            <a:off x="991737" y="4576549"/>
            <a:ext cx="5422710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build -t hkbu-bot .</a:t>
            </a:r>
            <a:endParaRPr sz="1600" b="0" i="0" u="none" strike="noStrike" cap="none"/>
          </a:p>
        </p:txBody>
      </p:sp>
      <p:sp>
        <p:nvSpPr>
          <p:cNvPr id="437" name="Google Shape;437;p10"/>
          <p:cNvSpPr/>
          <p:nvPr/>
        </p:nvSpPr>
        <p:spPr>
          <a:xfrm>
            <a:off x="518615" y="4867701"/>
            <a:ext cx="5914030" cy="473122"/>
          </a:xfrm>
          <a:custGeom>
            <a:avLst/>
            <a:gdLst/>
            <a:ahLst/>
            <a:cxnLst/>
            <a:rect l="l" t="t" r="r" b="b"/>
            <a:pathLst>
              <a:path w="5914030" h="473122" extrusionOk="0">
                <a:moveTo>
                  <a:pt x="72790" y="0"/>
                </a:moveTo>
                <a:lnTo>
                  <a:pt x="5841240" y="0"/>
                </a:lnTo>
                <a:cubicBezTo>
                  <a:pt x="5881441" y="0"/>
                  <a:pt x="5914030" y="32589"/>
                  <a:pt x="5914030" y="72790"/>
                </a:cubicBezTo>
                <a:lnTo>
                  <a:pt x="5914030" y="400333"/>
                </a:lnTo>
                <a:cubicBezTo>
                  <a:pt x="5914030" y="440533"/>
                  <a:pt x="5881441" y="473122"/>
                  <a:pt x="5841240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591403" y="4958687"/>
            <a:ext cx="291152" cy="291152"/>
          </a:xfrm>
          <a:custGeom>
            <a:avLst/>
            <a:gdLst/>
            <a:ahLst/>
            <a:cxnLst/>
            <a:rect l="l" t="t" r="r" b="b"/>
            <a:pathLst>
              <a:path w="291152" h="291152" extrusionOk="0">
                <a:moveTo>
                  <a:pt x="36394" y="0"/>
                </a:moveTo>
                <a:lnTo>
                  <a:pt x="254758" y="0"/>
                </a:lnTo>
                <a:cubicBezTo>
                  <a:pt x="274858" y="0"/>
                  <a:pt x="291152" y="16294"/>
                  <a:pt x="291152" y="36394"/>
                </a:cubicBezTo>
                <a:lnTo>
                  <a:pt x="291152" y="254758"/>
                </a:lnTo>
                <a:cubicBezTo>
                  <a:pt x="291152" y="274858"/>
                  <a:pt x="274858" y="291152"/>
                  <a:pt x="254758" y="291152"/>
                </a:cubicBezTo>
                <a:lnTo>
                  <a:pt x="36394" y="291152"/>
                </a:lnTo>
                <a:cubicBezTo>
                  <a:pt x="16294" y="291152"/>
                  <a:pt x="0" y="274858"/>
                  <a:pt x="0" y="254758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699874" y="5013278"/>
            <a:ext cx="136478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sz="1600" b="0" i="0" u="none" strike="noStrike" cap="none"/>
          </a:p>
        </p:txBody>
      </p:sp>
      <p:sp>
        <p:nvSpPr>
          <p:cNvPr id="440" name="Google Shape;440;p10"/>
          <p:cNvSpPr/>
          <p:nvPr/>
        </p:nvSpPr>
        <p:spPr>
          <a:xfrm>
            <a:off x="991737" y="4940490"/>
            <a:ext cx="5431809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Run Container</a:t>
            </a:r>
            <a:endParaRPr sz="1600" b="0" i="0" u="none" strike="noStrike" cap="none"/>
          </a:p>
        </p:txBody>
      </p:sp>
      <p:sp>
        <p:nvSpPr>
          <p:cNvPr id="441" name="Google Shape;441;p10"/>
          <p:cNvSpPr/>
          <p:nvPr/>
        </p:nvSpPr>
        <p:spPr>
          <a:xfrm>
            <a:off x="991737" y="5122460"/>
            <a:ext cx="5422710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run -d -p 5000:5000</a:t>
            </a:r>
            <a:endParaRPr sz="1600" b="0" i="0" u="none" strike="noStrike" cap="none"/>
          </a:p>
        </p:txBody>
      </p:sp>
      <p:sp>
        <p:nvSpPr>
          <p:cNvPr id="442" name="Google Shape;442;p10"/>
          <p:cNvSpPr/>
          <p:nvPr/>
        </p:nvSpPr>
        <p:spPr>
          <a:xfrm>
            <a:off x="518615" y="5413612"/>
            <a:ext cx="5914030" cy="473122"/>
          </a:xfrm>
          <a:custGeom>
            <a:avLst/>
            <a:gdLst/>
            <a:ahLst/>
            <a:cxnLst/>
            <a:rect l="l" t="t" r="r" b="b"/>
            <a:pathLst>
              <a:path w="5914030" h="473122" extrusionOk="0">
                <a:moveTo>
                  <a:pt x="72790" y="0"/>
                </a:moveTo>
                <a:lnTo>
                  <a:pt x="5841240" y="0"/>
                </a:lnTo>
                <a:cubicBezTo>
                  <a:pt x="5881441" y="0"/>
                  <a:pt x="5914030" y="32589"/>
                  <a:pt x="5914030" y="72790"/>
                </a:cubicBezTo>
                <a:lnTo>
                  <a:pt x="5914030" y="400333"/>
                </a:lnTo>
                <a:cubicBezTo>
                  <a:pt x="5914030" y="440533"/>
                  <a:pt x="5881441" y="473122"/>
                  <a:pt x="5841240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591403" y="5504597"/>
            <a:ext cx="291152" cy="291152"/>
          </a:xfrm>
          <a:custGeom>
            <a:avLst/>
            <a:gdLst/>
            <a:ahLst/>
            <a:cxnLst/>
            <a:rect l="l" t="t" r="r" b="b"/>
            <a:pathLst>
              <a:path w="291152" h="291152" extrusionOk="0">
                <a:moveTo>
                  <a:pt x="36394" y="0"/>
                </a:moveTo>
                <a:lnTo>
                  <a:pt x="254758" y="0"/>
                </a:lnTo>
                <a:cubicBezTo>
                  <a:pt x="274858" y="0"/>
                  <a:pt x="291152" y="16294"/>
                  <a:pt x="291152" y="36394"/>
                </a:cubicBezTo>
                <a:lnTo>
                  <a:pt x="291152" y="254758"/>
                </a:lnTo>
                <a:cubicBezTo>
                  <a:pt x="291152" y="274858"/>
                  <a:pt x="274858" y="291152"/>
                  <a:pt x="254758" y="291152"/>
                </a:cubicBezTo>
                <a:lnTo>
                  <a:pt x="36394" y="291152"/>
                </a:lnTo>
                <a:cubicBezTo>
                  <a:pt x="16294" y="291152"/>
                  <a:pt x="0" y="274858"/>
                  <a:pt x="0" y="254758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699306" y="5559188"/>
            <a:ext cx="136478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 b="0" i="0" u="none" strike="noStrike" cap="none"/>
          </a:p>
        </p:txBody>
      </p:sp>
      <p:sp>
        <p:nvSpPr>
          <p:cNvPr id="445" name="Google Shape;445;p10"/>
          <p:cNvSpPr/>
          <p:nvPr/>
        </p:nvSpPr>
        <p:spPr>
          <a:xfrm>
            <a:off x="991737" y="5486400"/>
            <a:ext cx="5431809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Verify</a:t>
            </a:r>
            <a:endParaRPr sz="1600" b="0" i="0" u="none" strike="noStrike" cap="none"/>
          </a:p>
        </p:txBody>
      </p:sp>
      <p:sp>
        <p:nvSpPr>
          <p:cNvPr id="446" name="Google Shape;446;p10"/>
          <p:cNvSpPr/>
          <p:nvPr/>
        </p:nvSpPr>
        <p:spPr>
          <a:xfrm>
            <a:off x="991737" y="5668370"/>
            <a:ext cx="5422710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ps + logs</a:t>
            </a:r>
            <a:endParaRPr sz="1600" b="0" i="0" u="none" strike="noStrike" cap="none"/>
          </a:p>
        </p:txBody>
      </p:sp>
      <p:sp>
        <p:nvSpPr>
          <p:cNvPr id="447" name="Google Shape;447;p10"/>
          <p:cNvSpPr/>
          <p:nvPr/>
        </p:nvSpPr>
        <p:spPr>
          <a:xfrm>
            <a:off x="6741425" y="1314734"/>
            <a:ext cx="5086066" cy="2229134"/>
          </a:xfrm>
          <a:custGeom>
            <a:avLst/>
            <a:gdLst/>
            <a:ahLst/>
            <a:cxnLst/>
            <a:rect l="l" t="t" r="r" b="b"/>
            <a:pathLst>
              <a:path w="5086066" h="2229134" extrusionOk="0">
                <a:moveTo>
                  <a:pt x="72781" y="0"/>
                </a:moveTo>
                <a:lnTo>
                  <a:pt x="5013284" y="0"/>
                </a:lnTo>
                <a:cubicBezTo>
                  <a:pt x="5053480" y="0"/>
                  <a:pt x="5086066" y="32585"/>
                  <a:pt x="5086066" y="72781"/>
                </a:cubicBezTo>
                <a:lnTo>
                  <a:pt x="5086066" y="2156353"/>
                </a:lnTo>
                <a:cubicBezTo>
                  <a:pt x="5086066" y="2196549"/>
                  <a:pt x="5053480" y="2229134"/>
                  <a:pt x="5013284" y="2229134"/>
                </a:cubicBezTo>
                <a:lnTo>
                  <a:pt x="72781" y="2229134"/>
                </a:lnTo>
                <a:cubicBezTo>
                  <a:pt x="32585" y="2229134"/>
                  <a:pt x="0" y="2196549"/>
                  <a:pt x="0" y="2156353"/>
                </a:cubicBezTo>
                <a:lnTo>
                  <a:pt x="0" y="72781"/>
                </a:lnTo>
                <a:cubicBezTo>
                  <a:pt x="0" y="32585"/>
                  <a:pt x="32585" y="0"/>
                  <a:pt x="7278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6914297" y="1510352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 extrusionOk="0">
                <a:moveTo>
                  <a:pt x="81887" y="0"/>
                </a:moveTo>
                <a:cubicBezTo>
                  <a:pt x="83358" y="0"/>
                  <a:pt x="84829" y="320"/>
                  <a:pt x="86173" y="928"/>
                </a:cubicBezTo>
                <a:lnTo>
                  <a:pt x="146436" y="26485"/>
                </a:lnTo>
                <a:cubicBezTo>
                  <a:pt x="153473" y="29460"/>
                  <a:pt x="158719" y="36401"/>
                  <a:pt x="158687" y="44782"/>
                </a:cubicBezTo>
                <a:cubicBezTo>
                  <a:pt x="158527" y="76513"/>
                  <a:pt x="145477" y="134569"/>
                  <a:pt x="90363" y="160958"/>
                </a:cubicBezTo>
                <a:cubicBezTo>
                  <a:pt x="85021" y="163517"/>
                  <a:pt x="78816" y="163517"/>
                  <a:pt x="73474" y="160958"/>
                </a:cubicBezTo>
                <a:cubicBezTo>
                  <a:pt x="18329" y="134569"/>
                  <a:pt x="5310" y="76513"/>
                  <a:pt x="5150" y="44782"/>
                </a:cubicBezTo>
                <a:cubicBezTo>
                  <a:pt x="5118" y="36401"/>
                  <a:pt x="10364" y="29460"/>
                  <a:pt x="17401" y="26485"/>
                </a:cubicBezTo>
                <a:lnTo>
                  <a:pt x="77632" y="928"/>
                </a:lnTo>
                <a:cubicBezTo>
                  <a:pt x="78976" y="320"/>
                  <a:pt x="80415" y="0"/>
                  <a:pt x="81887" y="0"/>
                </a:cubicBezTo>
                <a:close/>
                <a:moveTo>
                  <a:pt x="81887" y="21367"/>
                </a:moveTo>
                <a:lnTo>
                  <a:pt x="81887" y="142310"/>
                </a:lnTo>
                <a:cubicBezTo>
                  <a:pt x="126029" y="120943"/>
                  <a:pt x="137896" y="73602"/>
                  <a:pt x="138184" y="45262"/>
                </a:cubicBezTo>
                <a:lnTo>
                  <a:pt x="81887" y="21399"/>
                </a:lnTo>
                <a:lnTo>
                  <a:pt x="81887" y="2139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7100816" y="1464860"/>
            <a:ext cx="4658436" cy="254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Security Measures</a:t>
            </a:r>
            <a:endParaRPr sz="1600" b="0" i="0" u="none" strike="noStrike" cap="none"/>
          </a:p>
        </p:txBody>
      </p:sp>
      <p:sp>
        <p:nvSpPr>
          <p:cNvPr id="450" name="Google Shape;450;p10"/>
          <p:cNvSpPr/>
          <p:nvPr/>
        </p:nvSpPr>
        <p:spPr>
          <a:xfrm>
            <a:off x="6909748" y="1828800"/>
            <a:ext cx="4767618" cy="473122"/>
          </a:xfrm>
          <a:custGeom>
            <a:avLst/>
            <a:gdLst/>
            <a:ahLst/>
            <a:cxnLst/>
            <a:rect l="l" t="t" r="r" b="b"/>
            <a:pathLst>
              <a:path w="4767618" h="473122" extrusionOk="0">
                <a:moveTo>
                  <a:pt x="36393" y="0"/>
                </a:moveTo>
                <a:lnTo>
                  <a:pt x="4731225" y="0"/>
                </a:lnTo>
                <a:cubicBezTo>
                  <a:pt x="4751324" y="0"/>
                  <a:pt x="4767618" y="16294"/>
                  <a:pt x="4767618" y="36393"/>
                </a:cubicBezTo>
                <a:lnTo>
                  <a:pt x="4767618" y="436730"/>
                </a:lnTo>
                <a:cubicBezTo>
                  <a:pt x="4767618" y="456829"/>
                  <a:pt x="4751324" y="473122"/>
                  <a:pt x="4731225" y="473122"/>
                </a:cubicBezTo>
                <a:lnTo>
                  <a:pt x="36393" y="473122"/>
                </a:lnTo>
                <a:cubicBezTo>
                  <a:pt x="16294" y="473122"/>
                  <a:pt x="0" y="456829"/>
                  <a:pt x="0" y="436730"/>
                </a:cubicBezTo>
                <a:lnTo>
                  <a:pt x="0" y="36393"/>
                </a:lnTo>
                <a:cubicBezTo>
                  <a:pt x="0" y="16307"/>
                  <a:pt x="16307" y="0"/>
                  <a:pt x="363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6909748" y="1828800"/>
            <a:ext cx="36394" cy="473122"/>
          </a:xfrm>
          <a:custGeom>
            <a:avLst/>
            <a:gdLst/>
            <a:ahLst/>
            <a:cxnLst/>
            <a:rect l="l" t="t" r="r" b="b"/>
            <a:pathLst>
              <a:path w="36394" h="473122" extrusionOk="0">
                <a:moveTo>
                  <a:pt x="36394" y="0"/>
                </a:moveTo>
                <a:lnTo>
                  <a:pt x="36394" y="0"/>
                </a:lnTo>
                <a:lnTo>
                  <a:pt x="36394" y="473122"/>
                </a:lnTo>
                <a:lnTo>
                  <a:pt x="36394" y="473122"/>
                </a:lnTo>
                <a:cubicBezTo>
                  <a:pt x="16294" y="473122"/>
                  <a:pt x="0" y="456828"/>
                  <a:pt x="0" y="436728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7000733" y="1901588"/>
            <a:ext cx="4667534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Security Groups</a:t>
            </a:r>
            <a:endParaRPr sz="1600" b="0" i="0" u="none" strike="noStrike" cap="none"/>
          </a:p>
        </p:txBody>
      </p:sp>
      <p:sp>
        <p:nvSpPr>
          <p:cNvPr id="453" name="Google Shape;453;p10"/>
          <p:cNvSpPr/>
          <p:nvPr/>
        </p:nvSpPr>
        <p:spPr>
          <a:xfrm>
            <a:off x="7000733" y="2083558"/>
            <a:ext cx="4658436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 5000 (Flask), Port 22 (SSH)</a:t>
            </a:r>
            <a:endParaRPr sz="1600" b="0" i="0" u="none" strike="noStrike" cap="none"/>
          </a:p>
        </p:txBody>
      </p:sp>
      <p:sp>
        <p:nvSpPr>
          <p:cNvPr id="454" name="Google Shape;454;p10"/>
          <p:cNvSpPr/>
          <p:nvPr/>
        </p:nvSpPr>
        <p:spPr>
          <a:xfrm>
            <a:off x="6909748" y="2374710"/>
            <a:ext cx="4767618" cy="473122"/>
          </a:xfrm>
          <a:custGeom>
            <a:avLst/>
            <a:gdLst/>
            <a:ahLst/>
            <a:cxnLst/>
            <a:rect l="l" t="t" r="r" b="b"/>
            <a:pathLst>
              <a:path w="4767618" h="473122" extrusionOk="0">
                <a:moveTo>
                  <a:pt x="36393" y="0"/>
                </a:moveTo>
                <a:lnTo>
                  <a:pt x="4731225" y="0"/>
                </a:lnTo>
                <a:cubicBezTo>
                  <a:pt x="4751324" y="0"/>
                  <a:pt x="4767618" y="16294"/>
                  <a:pt x="4767618" y="36393"/>
                </a:cubicBezTo>
                <a:lnTo>
                  <a:pt x="4767618" y="436730"/>
                </a:lnTo>
                <a:cubicBezTo>
                  <a:pt x="4767618" y="456829"/>
                  <a:pt x="4751324" y="473122"/>
                  <a:pt x="4731225" y="473122"/>
                </a:cubicBezTo>
                <a:lnTo>
                  <a:pt x="36393" y="473122"/>
                </a:lnTo>
                <a:cubicBezTo>
                  <a:pt x="16294" y="473122"/>
                  <a:pt x="0" y="456829"/>
                  <a:pt x="0" y="436730"/>
                </a:cubicBezTo>
                <a:lnTo>
                  <a:pt x="0" y="36393"/>
                </a:lnTo>
                <a:cubicBezTo>
                  <a:pt x="0" y="16307"/>
                  <a:pt x="16307" y="0"/>
                  <a:pt x="363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6909748" y="2374710"/>
            <a:ext cx="36394" cy="473122"/>
          </a:xfrm>
          <a:custGeom>
            <a:avLst/>
            <a:gdLst/>
            <a:ahLst/>
            <a:cxnLst/>
            <a:rect l="l" t="t" r="r" b="b"/>
            <a:pathLst>
              <a:path w="36394" h="473122" extrusionOk="0">
                <a:moveTo>
                  <a:pt x="36394" y="0"/>
                </a:moveTo>
                <a:lnTo>
                  <a:pt x="36394" y="0"/>
                </a:lnTo>
                <a:lnTo>
                  <a:pt x="36394" y="473122"/>
                </a:lnTo>
                <a:lnTo>
                  <a:pt x="36394" y="473122"/>
                </a:lnTo>
                <a:cubicBezTo>
                  <a:pt x="16294" y="473122"/>
                  <a:pt x="0" y="456828"/>
                  <a:pt x="0" y="436728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7000733" y="2447499"/>
            <a:ext cx="4667534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Environment Variables</a:t>
            </a:r>
            <a:endParaRPr sz="1600" b="0" i="0" u="none" strike="noStrike" cap="none"/>
          </a:p>
        </p:txBody>
      </p:sp>
      <p:sp>
        <p:nvSpPr>
          <p:cNvPr id="457" name="Google Shape;457;p10"/>
          <p:cNvSpPr/>
          <p:nvPr/>
        </p:nvSpPr>
        <p:spPr>
          <a:xfrm>
            <a:off x="7000733" y="2629469"/>
            <a:ext cx="4658436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Secrets in .env, not in code</a:t>
            </a:r>
            <a:endParaRPr sz="1600" b="0" i="0" u="none" strike="noStrike" cap="none"/>
          </a:p>
        </p:txBody>
      </p:sp>
      <p:sp>
        <p:nvSpPr>
          <p:cNvPr id="458" name="Google Shape;458;p10"/>
          <p:cNvSpPr/>
          <p:nvPr/>
        </p:nvSpPr>
        <p:spPr>
          <a:xfrm>
            <a:off x="6909748" y="2920621"/>
            <a:ext cx="4767618" cy="473122"/>
          </a:xfrm>
          <a:custGeom>
            <a:avLst/>
            <a:gdLst/>
            <a:ahLst/>
            <a:cxnLst/>
            <a:rect l="l" t="t" r="r" b="b"/>
            <a:pathLst>
              <a:path w="4767618" h="473122" extrusionOk="0">
                <a:moveTo>
                  <a:pt x="36393" y="0"/>
                </a:moveTo>
                <a:lnTo>
                  <a:pt x="4731225" y="0"/>
                </a:lnTo>
                <a:cubicBezTo>
                  <a:pt x="4751324" y="0"/>
                  <a:pt x="4767618" y="16294"/>
                  <a:pt x="4767618" y="36393"/>
                </a:cubicBezTo>
                <a:lnTo>
                  <a:pt x="4767618" y="436730"/>
                </a:lnTo>
                <a:cubicBezTo>
                  <a:pt x="4767618" y="456829"/>
                  <a:pt x="4751324" y="473122"/>
                  <a:pt x="4731225" y="473122"/>
                </a:cubicBezTo>
                <a:lnTo>
                  <a:pt x="36393" y="473122"/>
                </a:lnTo>
                <a:cubicBezTo>
                  <a:pt x="16294" y="473122"/>
                  <a:pt x="0" y="456829"/>
                  <a:pt x="0" y="436730"/>
                </a:cubicBezTo>
                <a:lnTo>
                  <a:pt x="0" y="36393"/>
                </a:lnTo>
                <a:cubicBezTo>
                  <a:pt x="0" y="16307"/>
                  <a:pt x="16307" y="0"/>
                  <a:pt x="363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6909748" y="2920621"/>
            <a:ext cx="36394" cy="473122"/>
          </a:xfrm>
          <a:custGeom>
            <a:avLst/>
            <a:gdLst/>
            <a:ahLst/>
            <a:cxnLst/>
            <a:rect l="l" t="t" r="r" b="b"/>
            <a:pathLst>
              <a:path w="36394" h="473122" extrusionOk="0">
                <a:moveTo>
                  <a:pt x="36394" y="0"/>
                </a:moveTo>
                <a:lnTo>
                  <a:pt x="36394" y="0"/>
                </a:lnTo>
                <a:lnTo>
                  <a:pt x="36394" y="473122"/>
                </a:lnTo>
                <a:lnTo>
                  <a:pt x="36394" y="473122"/>
                </a:lnTo>
                <a:cubicBezTo>
                  <a:pt x="16294" y="473122"/>
                  <a:pt x="0" y="456828"/>
                  <a:pt x="0" y="436728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7000733" y="2993409"/>
            <a:ext cx="4667534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IAM Roles</a:t>
            </a:r>
            <a:endParaRPr sz="1600" b="0" i="0" u="none" strike="noStrike" cap="none"/>
          </a:p>
        </p:txBody>
      </p:sp>
      <p:sp>
        <p:nvSpPr>
          <p:cNvPr id="461" name="Google Shape;461;p10"/>
          <p:cNvSpPr/>
          <p:nvPr/>
        </p:nvSpPr>
        <p:spPr>
          <a:xfrm>
            <a:off x="7000733" y="3175379"/>
            <a:ext cx="4658436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Least privilege access</a:t>
            </a:r>
            <a:endParaRPr sz="1600" b="0" i="0" u="none" strike="noStrike" cap="none"/>
          </a:p>
        </p:txBody>
      </p:sp>
      <p:sp>
        <p:nvSpPr>
          <p:cNvPr id="462" name="Google Shape;462;p10"/>
          <p:cNvSpPr/>
          <p:nvPr/>
        </p:nvSpPr>
        <p:spPr>
          <a:xfrm>
            <a:off x="6741425" y="3662149"/>
            <a:ext cx="5086066" cy="2119952"/>
          </a:xfrm>
          <a:custGeom>
            <a:avLst/>
            <a:gdLst/>
            <a:ahLst/>
            <a:cxnLst/>
            <a:rect l="l" t="t" r="r" b="b"/>
            <a:pathLst>
              <a:path w="5086066" h="2119952" extrusionOk="0">
                <a:moveTo>
                  <a:pt x="72778" y="0"/>
                </a:moveTo>
                <a:lnTo>
                  <a:pt x="5013288" y="0"/>
                </a:lnTo>
                <a:cubicBezTo>
                  <a:pt x="5053482" y="0"/>
                  <a:pt x="5086066" y="32584"/>
                  <a:pt x="5086066" y="72778"/>
                </a:cubicBezTo>
                <a:lnTo>
                  <a:pt x="5086066" y="2047174"/>
                </a:lnTo>
                <a:cubicBezTo>
                  <a:pt x="5086066" y="2087368"/>
                  <a:pt x="5053482" y="2119952"/>
                  <a:pt x="5013288" y="2119952"/>
                </a:cubicBezTo>
                <a:lnTo>
                  <a:pt x="72778" y="2119952"/>
                </a:lnTo>
                <a:cubicBezTo>
                  <a:pt x="32584" y="2119952"/>
                  <a:pt x="0" y="2087368"/>
                  <a:pt x="0" y="2047174"/>
                </a:cubicBezTo>
                <a:lnTo>
                  <a:pt x="0" y="72778"/>
                </a:lnTo>
                <a:cubicBezTo>
                  <a:pt x="0" y="32584"/>
                  <a:pt x="32584" y="0"/>
                  <a:pt x="7277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6904061" y="3857767"/>
            <a:ext cx="184245" cy="163773"/>
          </a:xfrm>
          <a:custGeom>
            <a:avLst/>
            <a:gdLst/>
            <a:ahLst/>
            <a:cxnLst/>
            <a:rect l="l" t="t" r="r" b="b"/>
            <a:pathLst>
              <a:path w="184245" h="163773" extrusionOk="0">
                <a:moveTo>
                  <a:pt x="79328" y="28149"/>
                </a:moveTo>
                <a:lnTo>
                  <a:pt x="104917" y="28149"/>
                </a:lnTo>
                <a:lnTo>
                  <a:pt x="104917" y="43502"/>
                </a:lnTo>
                <a:lnTo>
                  <a:pt x="79328" y="43502"/>
                </a:lnTo>
                <a:lnTo>
                  <a:pt x="79328" y="28149"/>
                </a:lnTo>
                <a:close/>
                <a:moveTo>
                  <a:pt x="76769" y="10236"/>
                </a:moveTo>
                <a:cubicBezTo>
                  <a:pt x="68292" y="10236"/>
                  <a:pt x="61415" y="17113"/>
                  <a:pt x="61415" y="25590"/>
                </a:cubicBezTo>
                <a:lnTo>
                  <a:pt x="61415" y="46061"/>
                </a:lnTo>
                <a:cubicBezTo>
                  <a:pt x="61415" y="54538"/>
                  <a:pt x="68292" y="61415"/>
                  <a:pt x="76769" y="61415"/>
                </a:cubicBezTo>
                <a:lnTo>
                  <a:pt x="81887" y="61415"/>
                </a:lnTo>
                <a:lnTo>
                  <a:pt x="81887" y="71651"/>
                </a:lnTo>
                <a:lnTo>
                  <a:pt x="10236" y="71651"/>
                </a:lnTo>
                <a:cubicBezTo>
                  <a:pt x="4574" y="71651"/>
                  <a:pt x="0" y="76225"/>
                  <a:pt x="0" y="81887"/>
                </a:cubicBezTo>
                <a:cubicBezTo>
                  <a:pt x="0" y="87548"/>
                  <a:pt x="4574" y="92122"/>
                  <a:pt x="10236" y="92122"/>
                </a:cubicBezTo>
                <a:lnTo>
                  <a:pt x="40943" y="92122"/>
                </a:lnTo>
                <a:lnTo>
                  <a:pt x="40943" y="102358"/>
                </a:lnTo>
                <a:lnTo>
                  <a:pt x="35825" y="102358"/>
                </a:lnTo>
                <a:cubicBezTo>
                  <a:pt x="27349" y="102358"/>
                  <a:pt x="20472" y="109235"/>
                  <a:pt x="20472" y="117712"/>
                </a:cubicBezTo>
                <a:lnTo>
                  <a:pt x="20472" y="138184"/>
                </a:lnTo>
                <a:cubicBezTo>
                  <a:pt x="20472" y="146660"/>
                  <a:pt x="27349" y="153537"/>
                  <a:pt x="35825" y="153537"/>
                </a:cubicBezTo>
                <a:lnTo>
                  <a:pt x="66533" y="153537"/>
                </a:lnTo>
                <a:cubicBezTo>
                  <a:pt x="75009" y="153537"/>
                  <a:pt x="81887" y="146660"/>
                  <a:pt x="81887" y="138184"/>
                </a:cubicBezTo>
                <a:lnTo>
                  <a:pt x="81887" y="117712"/>
                </a:lnTo>
                <a:cubicBezTo>
                  <a:pt x="81887" y="109235"/>
                  <a:pt x="75009" y="102358"/>
                  <a:pt x="66533" y="102358"/>
                </a:cubicBezTo>
                <a:lnTo>
                  <a:pt x="61415" y="102358"/>
                </a:lnTo>
                <a:lnTo>
                  <a:pt x="61415" y="92122"/>
                </a:lnTo>
                <a:lnTo>
                  <a:pt x="122830" y="92122"/>
                </a:lnTo>
                <a:lnTo>
                  <a:pt x="122830" y="102358"/>
                </a:lnTo>
                <a:lnTo>
                  <a:pt x="117712" y="102358"/>
                </a:lnTo>
                <a:cubicBezTo>
                  <a:pt x="109235" y="102358"/>
                  <a:pt x="102358" y="109235"/>
                  <a:pt x="102358" y="117712"/>
                </a:cubicBezTo>
                <a:lnTo>
                  <a:pt x="102358" y="138184"/>
                </a:lnTo>
                <a:cubicBezTo>
                  <a:pt x="102358" y="146660"/>
                  <a:pt x="109235" y="153537"/>
                  <a:pt x="117712" y="153537"/>
                </a:cubicBezTo>
                <a:lnTo>
                  <a:pt x="148419" y="153537"/>
                </a:lnTo>
                <a:cubicBezTo>
                  <a:pt x="156896" y="153537"/>
                  <a:pt x="163773" y="146660"/>
                  <a:pt x="163773" y="138184"/>
                </a:cubicBezTo>
                <a:lnTo>
                  <a:pt x="163773" y="117712"/>
                </a:lnTo>
                <a:cubicBezTo>
                  <a:pt x="163773" y="109235"/>
                  <a:pt x="156896" y="102358"/>
                  <a:pt x="148419" y="102358"/>
                </a:cubicBezTo>
                <a:lnTo>
                  <a:pt x="143301" y="102358"/>
                </a:lnTo>
                <a:lnTo>
                  <a:pt x="143301" y="92122"/>
                </a:lnTo>
                <a:lnTo>
                  <a:pt x="174009" y="92122"/>
                </a:lnTo>
                <a:cubicBezTo>
                  <a:pt x="179671" y="92122"/>
                  <a:pt x="184245" y="87548"/>
                  <a:pt x="184245" y="81887"/>
                </a:cubicBezTo>
                <a:cubicBezTo>
                  <a:pt x="184245" y="76225"/>
                  <a:pt x="179671" y="71651"/>
                  <a:pt x="174009" y="71651"/>
                </a:cubicBezTo>
                <a:lnTo>
                  <a:pt x="102358" y="71651"/>
                </a:lnTo>
                <a:lnTo>
                  <a:pt x="102358" y="61415"/>
                </a:lnTo>
                <a:lnTo>
                  <a:pt x="107476" y="61415"/>
                </a:lnTo>
                <a:cubicBezTo>
                  <a:pt x="115953" y="61415"/>
                  <a:pt x="122830" y="54538"/>
                  <a:pt x="122830" y="46061"/>
                </a:cubicBezTo>
                <a:lnTo>
                  <a:pt x="122830" y="25590"/>
                </a:lnTo>
                <a:cubicBezTo>
                  <a:pt x="122830" y="17113"/>
                  <a:pt x="115953" y="10236"/>
                  <a:pt x="107476" y="10236"/>
                </a:cubicBezTo>
                <a:lnTo>
                  <a:pt x="76769" y="10236"/>
                </a:lnTo>
                <a:close/>
                <a:moveTo>
                  <a:pt x="143301" y="120271"/>
                </a:moveTo>
                <a:lnTo>
                  <a:pt x="145860" y="120271"/>
                </a:lnTo>
                <a:lnTo>
                  <a:pt x="145860" y="135625"/>
                </a:lnTo>
                <a:lnTo>
                  <a:pt x="120271" y="135625"/>
                </a:lnTo>
                <a:lnTo>
                  <a:pt x="120271" y="120271"/>
                </a:lnTo>
                <a:lnTo>
                  <a:pt x="143301" y="120271"/>
                </a:lnTo>
                <a:close/>
                <a:moveTo>
                  <a:pt x="61415" y="120271"/>
                </a:moveTo>
                <a:lnTo>
                  <a:pt x="63974" y="120271"/>
                </a:lnTo>
                <a:lnTo>
                  <a:pt x="63974" y="135625"/>
                </a:lnTo>
                <a:lnTo>
                  <a:pt x="38384" y="135625"/>
                </a:lnTo>
                <a:lnTo>
                  <a:pt x="38384" y="120271"/>
                </a:lnTo>
                <a:lnTo>
                  <a:pt x="61415" y="120271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7100816" y="3812275"/>
            <a:ext cx="4658436" cy="254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Webhook Setup</a:t>
            </a:r>
            <a:endParaRPr sz="1600" b="0" i="0" u="none" strike="noStrike" cap="none"/>
          </a:p>
        </p:txBody>
      </p:sp>
      <p:sp>
        <p:nvSpPr>
          <p:cNvPr id="465" name="Google Shape;465;p10"/>
          <p:cNvSpPr/>
          <p:nvPr/>
        </p:nvSpPr>
        <p:spPr>
          <a:xfrm>
            <a:off x="6891551" y="4176215"/>
            <a:ext cx="4785815" cy="509516"/>
          </a:xfrm>
          <a:custGeom>
            <a:avLst/>
            <a:gdLst/>
            <a:ahLst/>
            <a:cxnLst/>
            <a:rect l="l" t="t" r="r" b="b"/>
            <a:pathLst>
              <a:path w="4785815" h="509516" extrusionOk="0">
                <a:moveTo>
                  <a:pt x="36395" y="0"/>
                </a:moveTo>
                <a:lnTo>
                  <a:pt x="4749420" y="0"/>
                </a:lnTo>
                <a:cubicBezTo>
                  <a:pt x="4769520" y="0"/>
                  <a:pt x="4785815" y="16294"/>
                  <a:pt x="4785815" y="36395"/>
                </a:cubicBezTo>
                <a:lnTo>
                  <a:pt x="4785815" y="473122"/>
                </a:lnTo>
                <a:cubicBezTo>
                  <a:pt x="4785815" y="493222"/>
                  <a:pt x="4769520" y="509516"/>
                  <a:pt x="4749420" y="509516"/>
                </a:cubicBezTo>
                <a:lnTo>
                  <a:pt x="36395" y="509516"/>
                </a:lnTo>
                <a:cubicBezTo>
                  <a:pt x="16308" y="509516"/>
                  <a:pt x="0" y="493208"/>
                  <a:pt x="0" y="473122"/>
                </a:cubicBezTo>
                <a:lnTo>
                  <a:pt x="0" y="36395"/>
                </a:lnTo>
                <a:cubicBezTo>
                  <a:pt x="0" y="16294"/>
                  <a:pt x="16294" y="0"/>
                  <a:pt x="36395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6964339" y="4249003"/>
            <a:ext cx="4694830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Webhook URL</a:t>
            </a:r>
            <a:endParaRPr sz="1600" b="0" i="0" u="none" strike="noStrike" cap="none"/>
          </a:p>
        </p:txBody>
      </p:sp>
      <p:sp>
        <p:nvSpPr>
          <p:cNvPr id="467" name="Google Shape;467;p10"/>
          <p:cNvSpPr/>
          <p:nvPr/>
        </p:nvSpPr>
        <p:spPr>
          <a:xfrm>
            <a:off x="6964339" y="4430973"/>
            <a:ext cx="4703928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https://:5000/webhook</a:t>
            </a:r>
            <a:endParaRPr sz="1600" b="0" i="0" u="none" strike="noStrike" cap="none"/>
          </a:p>
        </p:txBody>
      </p:sp>
      <p:sp>
        <p:nvSpPr>
          <p:cNvPr id="468" name="Google Shape;468;p10"/>
          <p:cNvSpPr/>
          <p:nvPr/>
        </p:nvSpPr>
        <p:spPr>
          <a:xfrm>
            <a:off x="6891551" y="4758519"/>
            <a:ext cx="4785815" cy="873457"/>
          </a:xfrm>
          <a:custGeom>
            <a:avLst/>
            <a:gdLst/>
            <a:ahLst/>
            <a:cxnLst/>
            <a:rect l="l" t="t" r="r" b="b"/>
            <a:pathLst>
              <a:path w="4785815" h="873457" extrusionOk="0">
                <a:moveTo>
                  <a:pt x="36397" y="0"/>
                </a:moveTo>
                <a:lnTo>
                  <a:pt x="4749418" y="0"/>
                </a:lnTo>
                <a:cubicBezTo>
                  <a:pt x="4769519" y="0"/>
                  <a:pt x="4785815" y="16295"/>
                  <a:pt x="4785815" y="36397"/>
                </a:cubicBezTo>
                <a:lnTo>
                  <a:pt x="4785815" y="837060"/>
                </a:lnTo>
                <a:cubicBezTo>
                  <a:pt x="4785815" y="857161"/>
                  <a:pt x="4769519" y="873457"/>
                  <a:pt x="4749418" y="873457"/>
                </a:cubicBezTo>
                <a:lnTo>
                  <a:pt x="36397" y="873457"/>
                </a:lnTo>
                <a:cubicBezTo>
                  <a:pt x="16295" y="873457"/>
                  <a:pt x="0" y="857161"/>
                  <a:pt x="0" y="837060"/>
                </a:cubicBezTo>
                <a:lnTo>
                  <a:pt x="0" y="36397"/>
                </a:lnTo>
                <a:cubicBezTo>
                  <a:pt x="0" y="16309"/>
                  <a:pt x="16309" y="0"/>
                  <a:pt x="363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6964339" y="4831307"/>
            <a:ext cx="4703928" cy="18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Advantages</a:t>
            </a:r>
            <a:endParaRPr sz="1600" b="0" i="0" u="none" strike="noStrike" cap="none"/>
          </a:p>
        </p:txBody>
      </p:sp>
      <p:sp>
        <p:nvSpPr>
          <p:cNvPr id="470" name="Google Shape;470;p10"/>
          <p:cNvSpPr/>
          <p:nvPr/>
        </p:nvSpPr>
        <p:spPr>
          <a:xfrm>
            <a:off x="6964339" y="5049672"/>
            <a:ext cx="4694830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Real-time message delivery</a:t>
            </a:r>
            <a:endParaRPr sz="1600" b="0" i="0" u="none" strike="noStrike" cap="none"/>
          </a:p>
        </p:txBody>
      </p:sp>
      <p:sp>
        <p:nvSpPr>
          <p:cNvPr id="471" name="Google Shape;471;p10"/>
          <p:cNvSpPr/>
          <p:nvPr/>
        </p:nvSpPr>
        <p:spPr>
          <a:xfrm>
            <a:off x="6964339" y="5231642"/>
            <a:ext cx="4694830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Lower latency than polling</a:t>
            </a:r>
            <a:endParaRPr sz="1600" b="0" i="0" u="none" strike="noStrike" cap="none"/>
          </a:p>
        </p:txBody>
      </p:sp>
      <p:sp>
        <p:nvSpPr>
          <p:cNvPr id="472" name="Google Shape;472;p10"/>
          <p:cNvSpPr/>
          <p:nvPr/>
        </p:nvSpPr>
        <p:spPr>
          <a:xfrm>
            <a:off x="6964339" y="5413612"/>
            <a:ext cx="4694830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Reduced server load</a:t>
            </a:r>
            <a:endParaRPr sz="1600" b="0" i="0" u="none" strike="noStrike" cap="none"/>
          </a:p>
        </p:txBody>
      </p:sp>
      <p:sp>
        <p:nvSpPr>
          <p:cNvPr id="473" name="Google Shape;473;p10"/>
          <p:cNvSpPr/>
          <p:nvPr/>
        </p:nvSpPr>
        <p:spPr>
          <a:xfrm>
            <a:off x="6741425" y="5900382"/>
            <a:ext cx="5086066" cy="955343"/>
          </a:xfrm>
          <a:custGeom>
            <a:avLst/>
            <a:gdLst/>
            <a:ahLst/>
            <a:cxnLst/>
            <a:rect l="l" t="t" r="r" b="b"/>
            <a:pathLst>
              <a:path w="5086066" h="955343" extrusionOk="0">
                <a:moveTo>
                  <a:pt x="72788" y="0"/>
                </a:moveTo>
                <a:lnTo>
                  <a:pt x="5013278" y="0"/>
                </a:lnTo>
                <a:cubicBezTo>
                  <a:pt x="5053478" y="0"/>
                  <a:pt x="5086066" y="32588"/>
                  <a:pt x="5086066" y="72788"/>
                </a:cubicBezTo>
                <a:lnTo>
                  <a:pt x="5086066" y="882556"/>
                </a:lnTo>
                <a:cubicBezTo>
                  <a:pt x="5086066" y="922755"/>
                  <a:pt x="5053478" y="955343"/>
                  <a:pt x="5013278" y="955343"/>
                </a:cubicBezTo>
                <a:lnTo>
                  <a:pt x="72788" y="955343"/>
                </a:lnTo>
                <a:cubicBezTo>
                  <a:pt x="32588" y="955343"/>
                  <a:pt x="0" y="922755"/>
                  <a:pt x="0" y="882556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6914297" y="6096000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 extrusionOk="0">
                <a:moveTo>
                  <a:pt x="153569" y="61415"/>
                </a:moveTo>
                <a:lnTo>
                  <a:pt x="156096" y="61415"/>
                </a:lnTo>
                <a:cubicBezTo>
                  <a:pt x="160351" y="61415"/>
                  <a:pt x="163773" y="57992"/>
                  <a:pt x="163773" y="53738"/>
                </a:cubicBezTo>
                <a:lnTo>
                  <a:pt x="163773" y="7677"/>
                </a:lnTo>
                <a:cubicBezTo>
                  <a:pt x="163773" y="4574"/>
                  <a:pt x="161918" y="1759"/>
                  <a:pt x="159039" y="576"/>
                </a:cubicBezTo>
                <a:cubicBezTo>
                  <a:pt x="156160" y="-608"/>
                  <a:pt x="152866" y="64"/>
                  <a:pt x="150658" y="2239"/>
                </a:cubicBezTo>
                <a:lnTo>
                  <a:pt x="134121" y="18808"/>
                </a:lnTo>
                <a:cubicBezTo>
                  <a:pt x="119951" y="7069"/>
                  <a:pt x="101718" y="0"/>
                  <a:pt x="81887" y="0"/>
                </a:cubicBezTo>
                <a:cubicBezTo>
                  <a:pt x="40623" y="0"/>
                  <a:pt x="6493" y="30516"/>
                  <a:pt x="832" y="70211"/>
                </a:cubicBezTo>
                <a:cubicBezTo>
                  <a:pt x="32" y="75809"/>
                  <a:pt x="3902" y="80991"/>
                  <a:pt x="9500" y="81791"/>
                </a:cubicBezTo>
                <a:cubicBezTo>
                  <a:pt x="15098" y="82590"/>
                  <a:pt x="20280" y="78688"/>
                  <a:pt x="21079" y="73122"/>
                </a:cubicBezTo>
                <a:cubicBezTo>
                  <a:pt x="25334" y="43342"/>
                  <a:pt x="50955" y="20472"/>
                  <a:pt x="81887" y="20472"/>
                </a:cubicBezTo>
                <a:cubicBezTo>
                  <a:pt x="96089" y="20472"/>
                  <a:pt x="109139" y="25270"/>
                  <a:pt x="119535" y="33362"/>
                </a:cubicBezTo>
                <a:lnTo>
                  <a:pt x="104597" y="48300"/>
                </a:lnTo>
                <a:cubicBezTo>
                  <a:pt x="102390" y="50507"/>
                  <a:pt x="101750" y="53802"/>
                  <a:pt x="102934" y="56681"/>
                </a:cubicBezTo>
                <a:cubicBezTo>
                  <a:pt x="104117" y="59560"/>
                  <a:pt x="106932" y="61415"/>
                  <a:pt x="110035" y="61415"/>
                </a:cubicBezTo>
                <a:lnTo>
                  <a:pt x="153569" y="61415"/>
                </a:lnTo>
                <a:close/>
                <a:moveTo>
                  <a:pt x="162973" y="93562"/>
                </a:moveTo>
                <a:cubicBezTo>
                  <a:pt x="163773" y="87964"/>
                  <a:pt x="159871" y="82782"/>
                  <a:pt x="154305" y="81983"/>
                </a:cubicBezTo>
                <a:cubicBezTo>
                  <a:pt x="148739" y="81183"/>
                  <a:pt x="143525" y="85085"/>
                  <a:pt x="142726" y="90651"/>
                </a:cubicBezTo>
                <a:cubicBezTo>
                  <a:pt x="138471" y="120399"/>
                  <a:pt x="112850" y="143270"/>
                  <a:pt x="81919" y="143270"/>
                </a:cubicBezTo>
                <a:cubicBezTo>
                  <a:pt x="67716" y="143270"/>
                  <a:pt x="54666" y="138471"/>
                  <a:pt x="44270" y="130379"/>
                </a:cubicBezTo>
                <a:lnTo>
                  <a:pt x="59176" y="115473"/>
                </a:lnTo>
                <a:cubicBezTo>
                  <a:pt x="61383" y="113266"/>
                  <a:pt x="62023" y="109971"/>
                  <a:pt x="60839" y="107092"/>
                </a:cubicBezTo>
                <a:cubicBezTo>
                  <a:pt x="59656" y="104213"/>
                  <a:pt x="56841" y="102358"/>
                  <a:pt x="53738" y="102358"/>
                </a:cubicBezTo>
                <a:lnTo>
                  <a:pt x="7677" y="102358"/>
                </a:lnTo>
                <a:cubicBezTo>
                  <a:pt x="3423" y="102358"/>
                  <a:pt x="0" y="105781"/>
                  <a:pt x="0" y="110035"/>
                </a:cubicBezTo>
                <a:lnTo>
                  <a:pt x="0" y="156096"/>
                </a:lnTo>
                <a:cubicBezTo>
                  <a:pt x="0" y="159199"/>
                  <a:pt x="1855" y="162014"/>
                  <a:pt x="4734" y="163197"/>
                </a:cubicBezTo>
                <a:cubicBezTo>
                  <a:pt x="7613" y="164381"/>
                  <a:pt x="10908" y="163709"/>
                  <a:pt x="13115" y="161534"/>
                </a:cubicBezTo>
                <a:lnTo>
                  <a:pt x="29684" y="144965"/>
                </a:lnTo>
                <a:cubicBezTo>
                  <a:pt x="43822" y="156704"/>
                  <a:pt x="62055" y="163773"/>
                  <a:pt x="81887" y="163773"/>
                </a:cubicBezTo>
                <a:cubicBezTo>
                  <a:pt x="123150" y="163773"/>
                  <a:pt x="157280" y="133258"/>
                  <a:pt x="162941" y="93562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7100816" y="6050507"/>
            <a:ext cx="4658436" cy="254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Auto-Restart</a:t>
            </a:r>
            <a:endParaRPr sz="1600" b="0" i="0" u="none" strike="noStrike" cap="none"/>
          </a:p>
        </p:txBody>
      </p:sp>
      <p:sp>
        <p:nvSpPr>
          <p:cNvPr id="476" name="Google Shape;476;p10"/>
          <p:cNvSpPr/>
          <p:nvPr/>
        </p:nvSpPr>
        <p:spPr>
          <a:xfrm>
            <a:off x="6891551" y="6414448"/>
            <a:ext cx="4785815" cy="291152"/>
          </a:xfrm>
          <a:custGeom>
            <a:avLst/>
            <a:gdLst/>
            <a:ahLst/>
            <a:cxnLst/>
            <a:rect l="l" t="t" r="r" b="b"/>
            <a:pathLst>
              <a:path w="4785815" h="291152" extrusionOk="0">
                <a:moveTo>
                  <a:pt x="36394" y="0"/>
                </a:moveTo>
                <a:lnTo>
                  <a:pt x="4749421" y="0"/>
                </a:lnTo>
                <a:cubicBezTo>
                  <a:pt x="4769521" y="0"/>
                  <a:pt x="4785815" y="16294"/>
                  <a:pt x="4785815" y="36394"/>
                </a:cubicBezTo>
                <a:lnTo>
                  <a:pt x="4785815" y="254758"/>
                </a:lnTo>
                <a:cubicBezTo>
                  <a:pt x="4785815" y="274858"/>
                  <a:pt x="4769521" y="291152"/>
                  <a:pt x="4749421" y="291152"/>
                </a:cubicBezTo>
                <a:lnTo>
                  <a:pt x="36394" y="291152"/>
                </a:lnTo>
                <a:cubicBezTo>
                  <a:pt x="16294" y="291152"/>
                  <a:pt x="0" y="274858"/>
                  <a:pt x="0" y="254758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0"/>
          <p:cNvSpPr/>
          <p:nvPr/>
        </p:nvSpPr>
        <p:spPr>
          <a:xfrm>
            <a:off x="6964339" y="6487236"/>
            <a:ext cx="4694830" cy="1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restart policy ensures bot stays online after crashes or EC2 reboots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Data Management</a:t>
            </a:r>
            <a:endParaRPr sz="1600" b="0" i="0" u="none" strike="noStrike" cap="none"/>
          </a:p>
        </p:txBody>
      </p:sp>
      <p:sp>
        <p:nvSpPr>
          <p:cNvPr id="484" name="Google Shape;484;p1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Database Design &amp; Management</a:t>
            </a:r>
            <a:endParaRPr sz="1600" b="0" i="0" u="none" strike="noStrike" cap="none"/>
          </a:p>
        </p:txBody>
      </p:sp>
      <p:sp>
        <p:nvSpPr>
          <p:cNvPr id="485" name="Google Shape;485;p11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6" name="Google Shape;486;p11"/>
          <p:cNvSpPr/>
          <p:nvPr/>
        </p:nvSpPr>
        <p:spPr>
          <a:xfrm>
            <a:off x="385763" y="1376363"/>
            <a:ext cx="4467225" cy="2295525"/>
          </a:xfrm>
          <a:custGeom>
            <a:avLst/>
            <a:gdLst/>
            <a:ahLst/>
            <a:cxnLst/>
            <a:rect l="l" t="t" r="r" b="b"/>
            <a:pathLst>
              <a:path w="4467225" h="2295525" extrusionOk="0">
                <a:moveTo>
                  <a:pt x="76211" y="0"/>
                </a:moveTo>
                <a:lnTo>
                  <a:pt x="4391014" y="0"/>
                </a:lnTo>
                <a:cubicBezTo>
                  <a:pt x="4433104" y="0"/>
                  <a:pt x="4467225" y="34121"/>
                  <a:pt x="4467225" y="76211"/>
                </a:cubicBezTo>
                <a:lnTo>
                  <a:pt x="4467225" y="2219314"/>
                </a:lnTo>
                <a:cubicBezTo>
                  <a:pt x="4467225" y="2261404"/>
                  <a:pt x="4433104" y="2295525"/>
                  <a:pt x="439101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577453" y="15811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 extrusionOk="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762000" y="1533525"/>
            <a:ext cx="4019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AWS RDS Configuration</a:t>
            </a:r>
            <a:endParaRPr sz="1600" b="0" i="0" u="none" strike="noStrike" cap="none"/>
          </a:p>
        </p:txBody>
      </p:sp>
      <p:sp>
        <p:nvSpPr>
          <p:cNvPr id="489" name="Google Shape;489;p11"/>
          <p:cNvSpPr/>
          <p:nvPr/>
        </p:nvSpPr>
        <p:spPr>
          <a:xfrm>
            <a:off x="542925" y="1914525"/>
            <a:ext cx="4152900" cy="342900"/>
          </a:xfrm>
          <a:custGeom>
            <a:avLst/>
            <a:gdLst/>
            <a:ahLst/>
            <a:cxnLst/>
            <a:rect l="l" t="t" r="r" b="b"/>
            <a:pathLst>
              <a:path w="4152900" h="342900" extrusionOk="0">
                <a:moveTo>
                  <a:pt x="38100" y="0"/>
                </a:moveTo>
                <a:lnTo>
                  <a:pt x="4114800" y="0"/>
                </a:lnTo>
                <a:cubicBezTo>
                  <a:pt x="4135842" y="0"/>
                  <a:pt x="4152900" y="17058"/>
                  <a:pt x="4152900" y="38100"/>
                </a:cubicBezTo>
                <a:lnTo>
                  <a:pt x="4152900" y="304800"/>
                </a:lnTo>
                <a:cubicBezTo>
                  <a:pt x="4152900" y="325842"/>
                  <a:pt x="4135842" y="342900"/>
                  <a:pt x="4114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619125" y="1990725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</a:t>
            </a:r>
            <a:endParaRPr sz="1600" b="0" i="0" u="none" strike="noStrike" cap="none"/>
          </a:p>
        </p:txBody>
      </p:sp>
      <p:sp>
        <p:nvSpPr>
          <p:cNvPr id="491" name="Google Shape;491;p11"/>
          <p:cNvSpPr/>
          <p:nvPr/>
        </p:nvSpPr>
        <p:spPr>
          <a:xfrm>
            <a:off x="3751362" y="1990725"/>
            <a:ext cx="942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PostgreSQL 14</a:t>
            </a:r>
            <a:endParaRPr sz="1600" b="0" i="0" u="none" strike="noStrike" cap="none"/>
          </a:p>
        </p:txBody>
      </p:sp>
      <p:sp>
        <p:nvSpPr>
          <p:cNvPr id="492" name="Google Shape;492;p11"/>
          <p:cNvSpPr/>
          <p:nvPr/>
        </p:nvSpPr>
        <p:spPr>
          <a:xfrm>
            <a:off x="542925" y="2333625"/>
            <a:ext cx="4152900" cy="342900"/>
          </a:xfrm>
          <a:custGeom>
            <a:avLst/>
            <a:gdLst/>
            <a:ahLst/>
            <a:cxnLst/>
            <a:rect l="l" t="t" r="r" b="b"/>
            <a:pathLst>
              <a:path w="4152900" h="342900" extrusionOk="0">
                <a:moveTo>
                  <a:pt x="38100" y="0"/>
                </a:moveTo>
                <a:lnTo>
                  <a:pt x="4114800" y="0"/>
                </a:lnTo>
                <a:cubicBezTo>
                  <a:pt x="4135842" y="0"/>
                  <a:pt x="4152900" y="17058"/>
                  <a:pt x="4152900" y="38100"/>
                </a:cubicBezTo>
                <a:lnTo>
                  <a:pt x="4152900" y="304800"/>
                </a:lnTo>
                <a:cubicBezTo>
                  <a:pt x="4152900" y="325842"/>
                  <a:pt x="4135842" y="342900"/>
                  <a:pt x="4114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619125" y="2409825"/>
            <a:ext cx="552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Instance</a:t>
            </a:r>
            <a:endParaRPr sz="1600" b="0" i="0" u="none" strike="noStrike" cap="none"/>
          </a:p>
        </p:txBody>
      </p:sp>
      <p:sp>
        <p:nvSpPr>
          <p:cNvPr id="494" name="Google Shape;494;p11"/>
          <p:cNvSpPr/>
          <p:nvPr/>
        </p:nvSpPr>
        <p:spPr>
          <a:xfrm>
            <a:off x="3948708" y="2409825"/>
            <a:ext cx="742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db.t3.micro</a:t>
            </a:r>
            <a:endParaRPr sz="1600" b="0" i="0" u="none" strike="noStrike" cap="none"/>
          </a:p>
        </p:txBody>
      </p:sp>
      <p:sp>
        <p:nvSpPr>
          <p:cNvPr id="495" name="Google Shape;495;p11"/>
          <p:cNvSpPr/>
          <p:nvPr/>
        </p:nvSpPr>
        <p:spPr>
          <a:xfrm>
            <a:off x="542925" y="2752725"/>
            <a:ext cx="4152900" cy="342900"/>
          </a:xfrm>
          <a:custGeom>
            <a:avLst/>
            <a:gdLst/>
            <a:ahLst/>
            <a:cxnLst/>
            <a:rect l="l" t="t" r="r" b="b"/>
            <a:pathLst>
              <a:path w="4152900" h="342900" extrusionOk="0">
                <a:moveTo>
                  <a:pt x="38100" y="0"/>
                </a:moveTo>
                <a:lnTo>
                  <a:pt x="4114800" y="0"/>
                </a:lnTo>
                <a:cubicBezTo>
                  <a:pt x="4135842" y="0"/>
                  <a:pt x="4152900" y="17058"/>
                  <a:pt x="4152900" y="38100"/>
                </a:cubicBezTo>
                <a:lnTo>
                  <a:pt x="4152900" y="304800"/>
                </a:lnTo>
                <a:cubicBezTo>
                  <a:pt x="4152900" y="325842"/>
                  <a:pt x="4135842" y="342900"/>
                  <a:pt x="4114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619125" y="2828925"/>
            <a:ext cx="504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Storage</a:t>
            </a:r>
            <a:endParaRPr sz="1600" b="0" i="0" u="none" strike="noStrike" cap="none"/>
          </a:p>
        </p:txBody>
      </p:sp>
      <p:sp>
        <p:nvSpPr>
          <p:cNvPr id="497" name="Google Shape;497;p11"/>
          <p:cNvSpPr/>
          <p:nvPr/>
        </p:nvSpPr>
        <p:spPr>
          <a:xfrm>
            <a:off x="3974753" y="2828925"/>
            <a:ext cx="714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20 GB SSD</a:t>
            </a:r>
            <a:endParaRPr sz="1600" b="0" i="0" u="none" strike="noStrike" cap="none"/>
          </a:p>
        </p:txBody>
      </p:sp>
      <p:sp>
        <p:nvSpPr>
          <p:cNvPr id="498" name="Google Shape;498;p11"/>
          <p:cNvSpPr/>
          <p:nvPr/>
        </p:nvSpPr>
        <p:spPr>
          <a:xfrm>
            <a:off x="542925" y="3171825"/>
            <a:ext cx="4152900" cy="342900"/>
          </a:xfrm>
          <a:custGeom>
            <a:avLst/>
            <a:gdLst/>
            <a:ahLst/>
            <a:cxnLst/>
            <a:rect l="l" t="t" r="r" b="b"/>
            <a:pathLst>
              <a:path w="4152900" h="342900" extrusionOk="0">
                <a:moveTo>
                  <a:pt x="38100" y="0"/>
                </a:moveTo>
                <a:lnTo>
                  <a:pt x="4114800" y="0"/>
                </a:lnTo>
                <a:cubicBezTo>
                  <a:pt x="4135842" y="0"/>
                  <a:pt x="4152900" y="17058"/>
                  <a:pt x="4152900" y="38100"/>
                </a:cubicBezTo>
                <a:lnTo>
                  <a:pt x="4152900" y="304800"/>
                </a:lnTo>
                <a:cubicBezTo>
                  <a:pt x="4152900" y="325842"/>
                  <a:pt x="4135842" y="342900"/>
                  <a:pt x="4114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619125" y="3248025"/>
            <a:ext cx="4857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Backup</a:t>
            </a:r>
            <a:endParaRPr sz="1600" b="0" i="0" u="none" strike="noStrike" cap="none"/>
          </a:p>
        </p:txBody>
      </p:sp>
      <p:sp>
        <p:nvSpPr>
          <p:cNvPr id="500" name="Google Shape;500;p11"/>
          <p:cNvSpPr/>
          <p:nvPr/>
        </p:nvSpPr>
        <p:spPr>
          <a:xfrm>
            <a:off x="4232672" y="324802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7 Days</a:t>
            </a:r>
            <a:endParaRPr sz="1600" b="0" i="0" u="none" strike="noStrike" cap="none"/>
          </a:p>
        </p:txBody>
      </p:sp>
      <p:sp>
        <p:nvSpPr>
          <p:cNvPr id="501" name="Google Shape;501;p11"/>
          <p:cNvSpPr/>
          <p:nvPr/>
        </p:nvSpPr>
        <p:spPr>
          <a:xfrm>
            <a:off x="385763" y="3795713"/>
            <a:ext cx="4467225" cy="2219325"/>
          </a:xfrm>
          <a:custGeom>
            <a:avLst/>
            <a:gdLst/>
            <a:ahLst/>
            <a:cxnLst/>
            <a:rect l="l" t="t" r="r" b="b"/>
            <a:pathLst>
              <a:path w="4467225" h="2219325" extrusionOk="0">
                <a:moveTo>
                  <a:pt x="76189" y="0"/>
                </a:moveTo>
                <a:lnTo>
                  <a:pt x="4391036" y="0"/>
                </a:lnTo>
                <a:cubicBezTo>
                  <a:pt x="4433086" y="0"/>
                  <a:pt x="4467225" y="34139"/>
                  <a:pt x="4467225" y="76189"/>
                </a:cubicBezTo>
                <a:lnTo>
                  <a:pt x="4467225" y="2143136"/>
                </a:lnTo>
                <a:cubicBezTo>
                  <a:pt x="4467225" y="2185214"/>
                  <a:pt x="4433114" y="2219325"/>
                  <a:pt x="4391036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1"/>
          <p:cNvSpPr/>
          <p:nvPr/>
        </p:nvSpPr>
        <p:spPr>
          <a:xfrm>
            <a:off x="566738" y="4000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1"/>
          <p:cNvSpPr/>
          <p:nvPr/>
        </p:nvSpPr>
        <p:spPr>
          <a:xfrm>
            <a:off x="762000" y="3952875"/>
            <a:ext cx="4019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Connection Pooling</a:t>
            </a:r>
            <a:endParaRPr sz="1600" b="0" i="0" u="none" strike="noStrike" cap="none"/>
          </a:p>
        </p:txBody>
      </p:sp>
      <p:sp>
        <p:nvSpPr>
          <p:cNvPr id="504" name="Google Shape;504;p11"/>
          <p:cNvSpPr/>
          <p:nvPr/>
        </p:nvSpPr>
        <p:spPr>
          <a:xfrm>
            <a:off x="542925" y="4333875"/>
            <a:ext cx="4152900" cy="533400"/>
          </a:xfrm>
          <a:custGeom>
            <a:avLst/>
            <a:gdLst/>
            <a:ahLst/>
            <a:cxnLst/>
            <a:rect l="l" t="t" r="r" b="b"/>
            <a:pathLst>
              <a:path w="4152900" h="533400" extrusionOk="0">
                <a:moveTo>
                  <a:pt x="38101" y="0"/>
                </a:moveTo>
                <a:lnTo>
                  <a:pt x="4114799" y="0"/>
                </a:lnTo>
                <a:cubicBezTo>
                  <a:pt x="4135842" y="0"/>
                  <a:pt x="4152900" y="17058"/>
                  <a:pt x="4152900" y="38101"/>
                </a:cubicBezTo>
                <a:lnTo>
                  <a:pt x="4152900" y="495299"/>
                </a:lnTo>
                <a:cubicBezTo>
                  <a:pt x="4152900" y="516342"/>
                  <a:pt x="4135842" y="533400"/>
                  <a:pt x="41147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1"/>
          <p:cNvSpPr/>
          <p:nvPr/>
        </p:nvSpPr>
        <p:spPr>
          <a:xfrm>
            <a:off x="619125" y="4410075"/>
            <a:ext cx="406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psycopg2 Connection</a:t>
            </a:r>
            <a:endParaRPr sz="1600" b="0" i="0" u="none" strike="noStrike" cap="none"/>
          </a:p>
        </p:txBody>
      </p:sp>
      <p:sp>
        <p:nvSpPr>
          <p:cNvPr id="506" name="Google Shape;506;p11"/>
          <p:cNvSpPr/>
          <p:nvPr/>
        </p:nvSpPr>
        <p:spPr>
          <a:xfrm>
            <a:off x="619125" y="4638675"/>
            <a:ext cx="4057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A3A5"/>
                </a:solidFill>
                <a:latin typeface="Arial"/>
                <a:ea typeface="Arial"/>
                <a:cs typeface="Arial"/>
                <a:sym typeface="Arial"/>
              </a:rPr>
              <a:t>conn = psycopg2.connect(...)</a:t>
            </a:r>
            <a:endParaRPr sz="1600" b="0" i="0" u="none" strike="noStrike" cap="none"/>
          </a:p>
        </p:txBody>
      </p:sp>
      <p:sp>
        <p:nvSpPr>
          <p:cNvPr id="507" name="Google Shape;507;p11"/>
          <p:cNvSpPr/>
          <p:nvPr/>
        </p:nvSpPr>
        <p:spPr>
          <a:xfrm>
            <a:off x="542925" y="4943475"/>
            <a:ext cx="4152900" cy="914400"/>
          </a:xfrm>
          <a:custGeom>
            <a:avLst/>
            <a:gdLst/>
            <a:ahLst/>
            <a:cxnLst/>
            <a:rect l="l" t="t" r="r" b="b"/>
            <a:pathLst>
              <a:path w="4152900" h="914400" extrusionOk="0">
                <a:moveTo>
                  <a:pt x="38103" y="0"/>
                </a:moveTo>
                <a:lnTo>
                  <a:pt x="4114797" y="0"/>
                </a:lnTo>
                <a:cubicBezTo>
                  <a:pt x="4135841" y="0"/>
                  <a:pt x="4152900" y="17059"/>
                  <a:pt x="4152900" y="38103"/>
                </a:cubicBezTo>
                <a:lnTo>
                  <a:pt x="4152900" y="876297"/>
                </a:lnTo>
                <a:cubicBezTo>
                  <a:pt x="4152900" y="897341"/>
                  <a:pt x="4135841" y="914400"/>
                  <a:pt x="411479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619125" y="5019675"/>
            <a:ext cx="406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Best Practices</a:t>
            </a:r>
            <a:endParaRPr sz="1600" b="0" i="0" u="none" strike="noStrike" cap="none"/>
          </a:p>
        </p:txBody>
      </p:sp>
      <p:sp>
        <p:nvSpPr>
          <p:cNvPr id="509" name="Google Shape;509;p11"/>
          <p:cNvSpPr/>
          <p:nvPr/>
        </p:nvSpPr>
        <p:spPr>
          <a:xfrm>
            <a:off x="619125" y="5248275"/>
            <a:ext cx="4057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Connection per request</a:t>
            </a:r>
            <a:endParaRPr sz="1600" b="0" i="0" u="none" strike="noStrike" cap="none"/>
          </a:p>
        </p:txBody>
      </p:sp>
      <p:sp>
        <p:nvSpPr>
          <p:cNvPr id="510" name="Google Shape;510;p11"/>
          <p:cNvSpPr/>
          <p:nvPr/>
        </p:nvSpPr>
        <p:spPr>
          <a:xfrm>
            <a:off x="619125" y="5438775"/>
            <a:ext cx="4057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Proper error handling</a:t>
            </a:r>
            <a:endParaRPr sz="1600" b="0" i="0" u="none" strike="noStrike" cap="none"/>
          </a:p>
        </p:txBody>
      </p:sp>
      <p:sp>
        <p:nvSpPr>
          <p:cNvPr id="511" name="Google Shape;511;p11"/>
          <p:cNvSpPr/>
          <p:nvPr/>
        </p:nvSpPr>
        <p:spPr>
          <a:xfrm>
            <a:off x="619125" y="5629275"/>
            <a:ext cx="4057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Automatic reconnection</a:t>
            </a:r>
            <a:endParaRPr sz="1600" b="0" i="0" u="none" strike="noStrike" cap="none"/>
          </a:p>
        </p:txBody>
      </p:sp>
      <p:sp>
        <p:nvSpPr>
          <p:cNvPr id="512" name="Google Shape;512;p11"/>
          <p:cNvSpPr/>
          <p:nvPr/>
        </p:nvSpPr>
        <p:spPr>
          <a:xfrm>
            <a:off x="5018633" y="1376363"/>
            <a:ext cx="6791325" cy="3171825"/>
          </a:xfrm>
          <a:custGeom>
            <a:avLst/>
            <a:gdLst/>
            <a:ahLst/>
            <a:cxnLst/>
            <a:rect l="l" t="t" r="r" b="b"/>
            <a:pathLst>
              <a:path w="6791325" h="3171825" extrusionOk="0">
                <a:moveTo>
                  <a:pt x="76187" y="0"/>
                </a:moveTo>
                <a:lnTo>
                  <a:pt x="6715138" y="0"/>
                </a:lnTo>
                <a:cubicBezTo>
                  <a:pt x="6757215" y="0"/>
                  <a:pt x="6791325" y="34110"/>
                  <a:pt x="6791325" y="76187"/>
                </a:cubicBezTo>
                <a:lnTo>
                  <a:pt x="6791325" y="3095638"/>
                </a:lnTo>
                <a:cubicBezTo>
                  <a:pt x="6791325" y="3137715"/>
                  <a:pt x="6757215" y="3171825"/>
                  <a:pt x="6715138" y="3171825"/>
                </a:cubicBezTo>
                <a:lnTo>
                  <a:pt x="76187" y="3171825"/>
                </a:lnTo>
                <a:cubicBezTo>
                  <a:pt x="34110" y="3171825"/>
                  <a:pt x="0" y="3137715"/>
                  <a:pt x="0" y="3095638"/>
                </a:cubicBezTo>
                <a:lnTo>
                  <a:pt x="0" y="76187"/>
                </a:lnTo>
                <a:cubicBezTo>
                  <a:pt x="0" y="34138"/>
                  <a:pt x="34138" y="0"/>
                  <a:pt x="7618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5210324" y="15811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 extrusionOk="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1"/>
          <p:cNvSpPr/>
          <p:nvPr/>
        </p:nvSpPr>
        <p:spPr>
          <a:xfrm>
            <a:off x="5394871" y="1533525"/>
            <a:ext cx="6343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Database Schema</a:t>
            </a:r>
            <a:endParaRPr sz="1600" b="0" i="0" u="none" strike="noStrike" cap="none"/>
          </a:p>
        </p:txBody>
      </p:sp>
      <p:sp>
        <p:nvSpPr>
          <p:cNvPr id="515" name="Google Shape;515;p11"/>
          <p:cNvSpPr/>
          <p:nvPr/>
        </p:nvSpPr>
        <p:spPr>
          <a:xfrm>
            <a:off x="5194846" y="1914525"/>
            <a:ext cx="6457950" cy="1143000"/>
          </a:xfrm>
          <a:custGeom>
            <a:avLst/>
            <a:gdLst/>
            <a:ahLst/>
            <a:cxnLst/>
            <a:rect l="l" t="t" r="r" b="b"/>
            <a:pathLst>
              <a:path w="6457950" h="1143000" extrusionOk="0">
                <a:moveTo>
                  <a:pt x="38100" y="0"/>
                </a:moveTo>
                <a:lnTo>
                  <a:pt x="6381746" y="0"/>
                </a:lnTo>
                <a:cubicBezTo>
                  <a:pt x="6423832" y="0"/>
                  <a:pt x="6457950" y="34118"/>
                  <a:pt x="6457950" y="76204"/>
                </a:cubicBezTo>
                <a:lnTo>
                  <a:pt x="6457950" y="1066796"/>
                </a:lnTo>
                <a:cubicBezTo>
                  <a:pt x="6457950" y="1108882"/>
                  <a:pt x="6423832" y="1143000"/>
                  <a:pt x="63817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1"/>
          <p:cNvSpPr/>
          <p:nvPr/>
        </p:nvSpPr>
        <p:spPr>
          <a:xfrm>
            <a:off x="5194846" y="1914525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 extrusionOk="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1"/>
          <p:cNvSpPr/>
          <p:nvPr/>
        </p:nvSpPr>
        <p:spPr>
          <a:xfrm>
            <a:off x="5328196" y="2028825"/>
            <a:ext cx="10191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conversations</a:t>
            </a:r>
            <a:endParaRPr sz="1600" b="0" i="0" u="none" strike="noStrike" cap="none"/>
          </a:p>
        </p:txBody>
      </p:sp>
      <p:sp>
        <p:nvSpPr>
          <p:cNvPr id="518" name="Google Shape;518;p11"/>
          <p:cNvSpPr/>
          <p:nvPr/>
        </p:nvSpPr>
        <p:spPr>
          <a:xfrm>
            <a:off x="10827990" y="2028825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 extrusionOk="0">
                <a:moveTo>
                  <a:pt x="38101" y="0"/>
                </a:moveTo>
                <a:lnTo>
                  <a:pt x="666749" y="0"/>
                </a:lnTo>
                <a:cubicBezTo>
                  <a:pt x="687792" y="0"/>
                  <a:pt x="704850" y="17058"/>
                  <a:pt x="704850" y="38101"/>
                </a:cubicBezTo>
                <a:lnTo>
                  <a:pt x="704850" y="190499"/>
                </a:lnTo>
                <a:cubicBezTo>
                  <a:pt x="704850" y="211542"/>
                  <a:pt x="687792" y="228600"/>
                  <a:pt x="666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10827990" y="202882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Main Table</a:t>
            </a:r>
            <a:endParaRPr sz="1600" b="0" i="0" u="none" strike="noStrike" cap="none"/>
          </a:p>
        </p:txBody>
      </p:sp>
      <p:sp>
        <p:nvSpPr>
          <p:cNvPr id="520" name="Google Shape;520;p11"/>
          <p:cNvSpPr/>
          <p:nvPr/>
        </p:nvSpPr>
        <p:spPr>
          <a:xfrm>
            <a:off x="5328196" y="2333625"/>
            <a:ext cx="3124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id (SERIAL PK)</a:t>
            </a:r>
            <a:endParaRPr sz="1600" b="0" i="0" u="none" strike="noStrike" cap="none"/>
          </a:p>
        </p:txBody>
      </p:sp>
      <p:sp>
        <p:nvSpPr>
          <p:cNvPr id="521" name="Google Shape;521;p11"/>
          <p:cNvSpPr/>
          <p:nvPr/>
        </p:nvSpPr>
        <p:spPr>
          <a:xfrm>
            <a:off x="8469511" y="2333625"/>
            <a:ext cx="3124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user_id (BIGINT)</a:t>
            </a:r>
            <a:endParaRPr sz="1600" b="0" i="0" u="none" strike="noStrike" cap="none"/>
          </a:p>
        </p:txBody>
      </p:sp>
      <p:sp>
        <p:nvSpPr>
          <p:cNvPr id="522" name="Google Shape;522;p11"/>
          <p:cNvSpPr/>
          <p:nvPr/>
        </p:nvSpPr>
        <p:spPr>
          <a:xfrm>
            <a:off x="5328196" y="2562225"/>
            <a:ext cx="3124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message (TEXT)</a:t>
            </a:r>
            <a:endParaRPr sz="1600" b="0" i="0" u="none" strike="noStrike" cap="none"/>
          </a:p>
        </p:txBody>
      </p:sp>
      <p:sp>
        <p:nvSpPr>
          <p:cNvPr id="523" name="Google Shape;523;p11"/>
          <p:cNvSpPr/>
          <p:nvPr/>
        </p:nvSpPr>
        <p:spPr>
          <a:xfrm>
            <a:off x="8469511" y="2562225"/>
            <a:ext cx="3124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response (TEXT)</a:t>
            </a:r>
            <a:endParaRPr sz="1600" b="0" i="0" u="none" strike="noStrike" cap="none"/>
          </a:p>
        </p:txBody>
      </p:sp>
      <p:sp>
        <p:nvSpPr>
          <p:cNvPr id="524" name="Google Shape;524;p11"/>
          <p:cNvSpPr/>
          <p:nvPr/>
        </p:nvSpPr>
        <p:spPr>
          <a:xfrm>
            <a:off x="5328196" y="2790825"/>
            <a:ext cx="3124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timestamp (TIMESTAMP)</a:t>
            </a:r>
            <a:endParaRPr sz="1600" b="0" i="0" u="none" strike="noStrike" cap="none"/>
          </a:p>
        </p:txBody>
      </p:sp>
      <p:sp>
        <p:nvSpPr>
          <p:cNvPr id="525" name="Google Shape;525;p11"/>
          <p:cNvSpPr/>
          <p:nvPr/>
        </p:nvSpPr>
        <p:spPr>
          <a:xfrm>
            <a:off x="8469511" y="2790825"/>
            <a:ext cx="3124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context (JSONB)</a:t>
            </a:r>
            <a:endParaRPr sz="1600" b="0" i="0" u="none" strike="noStrike" cap="none"/>
          </a:p>
        </p:txBody>
      </p:sp>
      <p:sp>
        <p:nvSpPr>
          <p:cNvPr id="526" name="Google Shape;526;p11"/>
          <p:cNvSpPr/>
          <p:nvPr/>
        </p:nvSpPr>
        <p:spPr>
          <a:xfrm>
            <a:off x="5194846" y="3133725"/>
            <a:ext cx="3181350" cy="1257300"/>
          </a:xfrm>
          <a:custGeom>
            <a:avLst/>
            <a:gdLst/>
            <a:ahLst/>
            <a:cxnLst/>
            <a:rect l="l" t="t" r="r" b="b"/>
            <a:pathLst>
              <a:path w="3181350" h="1257300" extrusionOk="0">
                <a:moveTo>
                  <a:pt x="38100" y="0"/>
                </a:moveTo>
                <a:lnTo>
                  <a:pt x="3105145" y="0"/>
                </a:lnTo>
                <a:cubicBezTo>
                  <a:pt x="3147232" y="0"/>
                  <a:pt x="3181350" y="34118"/>
                  <a:pt x="3181350" y="76205"/>
                </a:cubicBezTo>
                <a:lnTo>
                  <a:pt x="3181350" y="1181095"/>
                </a:lnTo>
                <a:cubicBezTo>
                  <a:pt x="3181350" y="1223182"/>
                  <a:pt x="3147232" y="1257300"/>
                  <a:pt x="31051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1"/>
          <p:cNvSpPr/>
          <p:nvPr/>
        </p:nvSpPr>
        <p:spPr>
          <a:xfrm>
            <a:off x="5194846" y="3133725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 extrusionOk="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5328196" y="3248025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users</a:t>
            </a:r>
            <a:endParaRPr sz="1600" b="0" i="0" u="none" strike="noStrike" cap="none"/>
          </a:p>
        </p:txBody>
      </p:sp>
      <p:sp>
        <p:nvSpPr>
          <p:cNvPr id="529" name="Google Shape;529;p11"/>
          <p:cNvSpPr/>
          <p:nvPr/>
        </p:nvSpPr>
        <p:spPr>
          <a:xfrm>
            <a:off x="7625358" y="3248025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 extrusionOk="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1"/>
          <p:cNvSpPr/>
          <p:nvPr/>
        </p:nvSpPr>
        <p:spPr>
          <a:xfrm>
            <a:off x="7625358" y="3248025"/>
            <a:ext cx="695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A6D8C"/>
                </a:solidFill>
                <a:latin typeface="Liter"/>
                <a:ea typeface="Liter"/>
                <a:cs typeface="Liter"/>
                <a:sym typeface="Liter"/>
              </a:rPr>
              <a:t>Metadata</a:t>
            </a:r>
            <a:endParaRPr sz="1600" b="0" i="0" u="none" strike="noStrike" cap="none"/>
          </a:p>
        </p:txBody>
      </p:sp>
      <p:sp>
        <p:nvSpPr>
          <p:cNvPr id="531" name="Google Shape;531;p11"/>
          <p:cNvSpPr/>
          <p:nvPr/>
        </p:nvSpPr>
        <p:spPr>
          <a:xfrm>
            <a:off x="5328196" y="355282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user_id (BIGINT PK)</a:t>
            </a:r>
            <a:endParaRPr sz="1600" b="0" i="0" u="none" strike="noStrike" cap="none"/>
          </a:p>
        </p:txBody>
      </p:sp>
      <p:sp>
        <p:nvSpPr>
          <p:cNvPr id="532" name="Google Shape;532;p11"/>
          <p:cNvSpPr/>
          <p:nvPr/>
        </p:nvSpPr>
        <p:spPr>
          <a:xfrm>
            <a:off x="5328196" y="374332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username (VARCHAR)</a:t>
            </a:r>
            <a:endParaRPr sz="1600" b="0" i="0" u="none" strike="noStrike" cap="none"/>
          </a:p>
        </p:txBody>
      </p:sp>
      <p:sp>
        <p:nvSpPr>
          <p:cNvPr id="533" name="Google Shape;533;p11"/>
          <p:cNvSpPr/>
          <p:nvPr/>
        </p:nvSpPr>
        <p:spPr>
          <a:xfrm>
            <a:off x="5328196" y="393382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first_seen (TIMESTAMP)</a:t>
            </a:r>
            <a:endParaRPr sz="1600" b="0" i="0" u="none" strike="noStrike" cap="none"/>
          </a:p>
        </p:txBody>
      </p:sp>
      <p:sp>
        <p:nvSpPr>
          <p:cNvPr id="534" name="Google Shape;534;p11"/>
          <p:cNvSpPr/>
          <p:nvPr/>
        </p:nvSpPr>
        <p:spPr>
          <a:xfrm>
            <a:off x="5328196" y="412432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last_active (TIMESTAMP)</a:t>
            </a:r>
            <a:endParaRPr sz="1600" b="0" i="0" u="none" strike="noStrike" cap="none"/>
          </a:p>
        </p:txBody>
      </p:sp>
      <p:sp>
        <p:nvSpPr>
          <p:cNvPr id="535" name="Google Shape;535;p11"/>
          <p:cNvSpPr/>
          <p:nvPr/>
        </p:nvSpPr>
        <p:spPr>
          <a:xfrm>
            <a:off x="8469511" y="3133725"/>
            <a:ext cx="3181350" cy="1257300"/>
          </a:xfrm>
          <a:custGeom>
            <a:avLst/>
            <a:gdLst/>
            <a:ahLst/>
            <a:cxnLst/>
            <a:rect l="l" t="t" r="r" b="b"/>
            <a:pathLst>
              <a:path w="3181350" h="1257300" extrusionOk="0">
                <a:moveTo>
                  <a:pt x="38100" y="0"/>
                </a:moveTo>
                <a:lnTo>
                  <a:pt x="3105145" y="0"/>
                </a:lnTo>
                <a:cubicBezTo>
                  <a:pt x="3147232" y="0"/>
                  <a:pt x="3181350" y="34118"/>
                  <a:pt x="3181350" y="76205"/>
                </a:cubicBezTo>
                <a:lnTo>
                  <a:pt x="3181350" y="1181095"/>
                </a:lnTo>
                <a:cubicBezTo>
                  <a:pt x="3181350" y="1223182"/>
                  <a:pt x="3147232" y="1257300"/>
                  <a:pt x="31051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1"/>
          <p:cNvSpPr/>
          <p:nvPr/>
        </p:nvSpPr>
        <p:spPr>
          <a:xfrm>
            <a:off x="8469511" y="3133725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 extrusionOk="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8602861" y="3248025"/>
            <a:ext cx="361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logs</a:t>
            </a:r>
            <a:endParaRPr sz="1600" b="0" i="0" u="none" strike="noStrike" cap="none"/>
          </a:p>
        </p:txBody>
      </p:sp>
      <p:sp>
        <p:nvSpPr>
          <p:cNvPr id="538" name="Google Shape;538;p11"/>
          <p:cNvSpPr/>
          <p:nvPr/>
        </p:nvSpPr>
        <p:spPr>
          <a:xfrm>
            <a:off x="10829479" y="3248025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 extrusionOk="0">
                <a:moveTo>
                  <a:pt x="38101" y="0"/>
                </a:moveTo>
                <a:lnTo>
                  <a:pt x="666749" y="0"/>
                </a:lnTo>
                <a:cubicBezTo>
                  <a:pt x="687792" y="0"/>
                  <a:pt x="704850" y="17058"/>
                  <a:pt x="704850" y="38101"/>
                </a:cubicBezTo>
                <a:lnTo>
                  <a:pt x="704850" y="190499"/>
                </a:lnTo>
                <a:cubicBezTo>
                  <a:pt x="704850" y="211542"/>
                  <a:pt x="687792" y="228600"/>
                  <a:pt x="666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1"/>
          <p:cNvSpPr/>
          <p:nvPr/>
        </p:nvSpPr>
        <p:spPr>
          <a:xfrm>
            <a:off x="10829479" y="324802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F6B7A"/>
                </a:solidFill>
                <a:latin typeface="Liter"/>
                <a:ea typeface="Liter"/>
                <a:cs typeface="Liter"/>
                <a:sym typeface="Liter"/>
              </a:rPr>
              <a:t>Monitoring</a:t>
            </a:r>
            <a:endParaRPr sz="1600" b="0" i="0" u="none" strike="noStrike" cap="none"/>
          </a:p>
        </p:txBody>
      </p:sp>
      <p:sp>
        <p:nvSpPr>
          <p:cNvPr id="540" name="Google Shape;540;p11"/>
          <p:cNvSpPr/>
          <p:nvPr/>
        </p:nvSpPr>
        <p:spPr>
          <a:xfrm>
            <a:off x="8602861" y="355282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id (SERIAL PK)</a:t>
            </a:r>
            <a:endParaRPr sz="1600" b="0" i="0" u="none" strike="noStrike" cap="none"/>
          </a:p>
        </p:txBody>
      </p:sp>
      <p:sp>
        <p:nvSpPr>
          <p:cNvPr id="541" name="Google Shape;541;p11"/>
          <p:cNvSpPr/>
          <p:nvPr/>
        </p:nvSpPr>
        <p:spPr>
          <a:xfrm>
            <a:off x="8602861" y="374332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event_type (VARCHAR)</a:t>
            </a:r>
            <a:endParaRPr sz="1600" b="0" i="0" u="none" strike="noStrike" cap="none"/>
          </a:p>
        </p:txBody>
      </p:sp>
      <p:sp>
        <p:nvSpPr>
          <p:cNvPr id="542" name="Google Shape;542;p11"/>
          <p:cNvSpPr/>
          <p:nvPr/>
        </p:nvSpPr>
        <p:spPr>
          <a:xfrm>
            <a:off x="8602861" y="393382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details (JSONB)</a:t>
            </a:r>
            <a:endParaRPr sz="1600" b="0" i="0" u="none" strike="noStrike" cap="none"/>
          </a:p>
        </p:txBody>
      </p:sp>
      <p:sp>
        <p:nvSpPr>
          <p:cNvPr id="543" name="Google Shape;543;p11"/>
          <p:cNvSpPr/>
          <p:nvPr/>
        </p:nvSpPr>
        <p:spPr>
          <a:xfrm>
            <a:off x="8602861" y="412432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created_at (TIMESTAMP)</a:t>
            </a:r>
            <a:endParaRPr sz="1600" b="0" i="0" u="none" strike="noStrike" cap="none"/>
          </a:p>
        </p:txBody>
      </p:sp>
      <p:sp>
        <p:nvSpPr>
          <p:cNvPr id="544" name="Google Shape;544;p11"/>
          <p:cNvSpPr/>
          <p:nvPr/>
        </p:nvSpPr>
        <p:spPr>
          <a:xfrm>
            <a:off x="5018633" y="4672013"/>
            <a:ext cx="6791325" cy="1266825"/>
          </a:xfrm>
          <a:custGeom>
            <a:avLst/>
            <a:gdLst/>
            <a:ahLst/>
            <a:cxnLst/>
            <a:rect l="l" t="t" r="r" b="b"/>
            <a:pathLst>
              <a:path w="6791325" h="1266825" extrusionOk="0">
                <a:moveTo>
                  <a:pt x="76200" y="0"/>
                </a:moveTo>
                <a:lnTo>
                  <a:pt x="6715125" y="0"/>
                </a:lnTo>
                <a:cubicBezTo>
                  <a:pt x="6757209" y="0"/>
                  <a:pt x="6791325" y="34116"/>
                  <a:pt x="6791325" y="76200"/>
                </a:cubicBezTo>
                <a:lnTo>
                  <a:pt x="6791325" y="1190625"/>
                </a:lnTo>
                <a:cubicBezTo>
                  <a:pt x="6791325" y="1232709"/>
                  <a:pt x="6757209" y="1266825"/>
                  <a:pt x="6715125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5188893" y="4876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 extrusionOk="0">
                <a:moveTo>
                  <a:pt x="96441" y="21431"/>
                </a:moveTo>
                <a:cubicBezTo>
                  <a:pt x="131936" y="21431"/>
                  <a:pt x="160734" y="50229"/>
                  <a:pt x="160734" y="85725"/>
                </a:cubicBezTo>
                <a:cubicBezTo>
                  <a:pt x="160734" y="121221"/>
                  <a:pt x="131936" y="150019"/>
                  <a:pt x="96441" y="150019"/>
                </a:cubicBezTo>
                <a:cubicBezTo>
                  <a:pt x="74608" y="150019"/>
                  <a:pt x="55286" y="139136"/>
                  <a:pt x="43666" y="122460"/>
                </a:cubicBezTo>
                <a:cubicBezTo>
                  <a:pt x="40284" y="117604"/>
                  <a:pt x="33587" y="116432"/>
                  <a:pt x="28731" y="119814"/>
                </a:cubicBezTo>
                <a:cubicBezTo>
                  <a:pt x="23876" y="123196"/>
                  <a:pt x="22704" y="129893"/>
                  <a:pt x="26086" y="134749"/>
                </a:cubicBezTo>
                <a:cubicBezTo>
                  <a:pt x="41557" y="156917"/>
                  <a:pt x="67308" y="171450"/>
                  <a:pt x="96441" y="171450"/>
                </a:cubicBezTo>
                <a:cubicBezTo>
                  <a:pt x="143790" y="171450"/>
                  <a:pt x="182166" y="133075"/>
                  <a:pt x="182166" y="85725"/>
                </a:cubicBezTo>
                <a:cubicBezTo>
                  <a:pt x="182166" y="38375"/>
                  <a:pt x="143790" y="0"/>
                  <a:pt x="96441" y="0"/>
                </a:cubicBezTo>
                <a:cubicBezTo>
                  <a:pt x="67743" y="0"/>
                  <a:pt x="42360" y="14098"/>
                  <a:pt x="26789" y="35730"/>
                </a:cubicBezTo>
                <a:lnTo>
                  <a:pt x="26789" y="26789"/>
                </a:lnTo>
                <a:cubicBezTo>
                  <a:pt x="26789" y="20862"/>
                  <a:pt x="22001" y="16073"/>
                  <a:pt x="16073" y="16073"/>
                </a:cubicBezTo>
                <a:cubicBezTo>
                  <a:pt x="10146" y="16073"/>
                  <a:pt x="5358" y="20862"/>
                  <a:pt x="5358" y="26789"/>
                </a:cubicBezTo>
                <a:lnTo>
                  <a:pt x="5358" y="64294"/>
                </a:lnTo>
                <a:cubicBezTo>
                  <a:pt x="5358" y="70221"/>
                  <a:pt x="10146" y="75009"/>
                  <a:pt x="16073" y="75009"/>
                </a:cubicBezTo>
                <a:lnTo>
                  <a:pt x="24311" y="75009"/>
                </a:lnTo>
                <a:cubicBezTo>
                  <a:pt x="24479" y="75009"/>
                  <a:pt x="24646" y="75009"/>
                  <a:pt x="24813" y="75009"/>
                </a:cubicBezTo>
                <a:lnTo>
                  <a:pt x="53612" y="75009"/>
                </a:lnTo>
                <a:cubicBezTo>
                  <a:pt x="59539" y="75009"/>
                  <a:pt x="64327" y="70221"/>
                  <a:pt x="64327" y="64294"/>
                </a:cubicBezTo>
                <a:cubicBezTo>
                  <a:pt x="64327" y="58367"/>
                  <a:pt x="59539" y="53578"/>
                  <a:pt x="53612" y="53578"/>
                </a:cubicBezTo>
                <a:lnTo>
                  <a:pt x="40786" y="53578"/>
                </a:lnTo>
                <a:cubicBezTo>
                  <a:pt x="51870" y="34357"/>
                  <a:pt x="72665" y="21431"/>
                  <a:pt x="96441" y="21431"/>
                </a:cubicBezTo>
                <a:close/>
                <a:moveTo>
                  <a:pt x="104477" y="50899"/>
                </a:moveTo>
                <a:cubicBezTo>
                  <a:pt x="104477" y="46446"/>
                  <a:pt x="100894" y="42863"/>
                  <a:pt x="96441" y="42863"/>
                </a:cubicBezTo>
                <a:cubicBezTo>
                  <a:pt x="91987" y="42863"/>
                  <a:pt x="88404" y="46446"/>
                  <a:pt x="88404" y="50899"/>
                </a:cubicBezTo>
                <a:lnTo>
                  <a:pt x="88404" y="85725"/>
                </a:lnTo>
                <a:cubicBezTo>
                  <a:pt x="88404" y="87868"/>
                  <a:pt x="89241" y="89911"/>
                  <a:pt x="90748" y="91418"/>
                </a:cubicBezTo>
                <a:lnTo>
                  <a:pt x="114858" y="115528"/>
                </a:lnTo>
                <a:cubicBezTo>
                  <a:pt x="118006" y="118676"/>
                  <a:pt x="123096" y="118676"/>
                  <a:pt x="126210" y="115528"/>
                </a:cubicBezTo>
                <a:cubicBezTo>
                  <a:pt x="129324" y="112380"/>
                  <a:pt x="129358" y="107290"/>
                  <a:pt x="126210" y="104176"/>
                </a:cubicBezTo>
                <a:lnTo>
                  <a:pt x="104444" y="82410"/>
                </a:lnTo>
                <a:lnTo>
                  <a:pt x="104444" y="5089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5394871" y="4829175"/>
            <a:ext cx="6343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Data Retention &amp; Context</a:t>
            </a:r>
            <a:endParaRPr sz="1600" b="0" i="0" u="none" strike="noStrike" cap="none" dirty="0"/>
          </a:p>
        </p:txBody>
      </p:sp>
      <p:sp>
        <p:nvSpPr>
          <p:cNvPr id="547" name="Google Shape;547;p11"/>
          <p:cNvSpPr/>
          <p:nvPr/>
        </p:nvSpPr>
        <p:spPr>
          <a:xfrm>
            <a:off x="5175796" y="5210175"/>
            <a:ext cx="2085975" cy="571500"/>
          </a:xfrm>
          <a:custGeom>
            <a:avLst/>
            <a:gdLst/>
            <a:ahLst/>
            <a:cxnLst/>
            <a:rect l="l" t="t" r="r" b="b"/>
            <a:pathLst>
              <a:path w="2085975" h="571500" extrusionOk="0">
                <a:moveTo>
                  <a:pt x="38102" y="0"/>
                </a:moveTo>
                <a:lnTo>
                  <a:pt x="2047873" y="0"/>
                </a:lnTo>
                <a:cubicBezTo>
                  <a:pt x="2068916" y="0"/>
                  <a:pt x="2085975" y="17059"/>
                  <a:pt x="2085975" y="38102"/>
                </a:cubicBezTo>
                <a:lnTo>
                  <a:pt x="2085975" y="533398"/>
                </a:lnTo>
                <a:cubicBezTo>
                  <a:pt x="2085975" y="554441"/>
                  <a:pt x="2068916" y="571500"/>
                  <a:pt x="20478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5204371" y="5286375"/>
            <a:ext cx="2028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30 Days</a:t>
            </a:r>
            <a:endParaRPr sz="1600" b="0" i="0" u="none" strike="noStrike" cap="none"/>
          </a:p>
        </p:txBody>
      </p:sp>
      <p:sp>
        <p:nvSpPr>
          <p:cNvPr id="549" name="Google Shape;549;p11"/>
          <p:cNvSpPr/>
          <p:nvPr/>
        </p:nvSpPr>
        <p:spPr>
          <a:xfrm>
            <a:off x="5223421" y="5553075"/>
            <a:ext cx="1990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Conversation History</a:t>
            </a:r>
            <a:endParaRPr sz="1600" b="0" i="0" u="none" strike="noStrike" cap="none"/>
          </a:p>
        </p:txBody>
      </p:sp>
      <p:sp>
        <p:nvSpPr>
          <p:cNvPr id="550" name="Google Shape;550;p11"/>
          <p:cNvSpPr/>
          <p:nvPr/>
        </p:nvSpPr>
        <p:spPr>
          <a:xfrm>
            <a:off x="7371606" y="5210175"/>
            <a:ext cx="2085975" cy="571500"/>
          </a:xfrm>
          <a:custGeom>
            <a:avLst/>
            <a:gdLst/>
            <a:ahLst/>
            <a:cxnLst/>
            <a:rect l="l" t="t" r="r" b="b"/>
            <a:pathLst>
              <a:path w="2085975" h="571500" extrusionOk="0">
                <a:moveTo>
                  <a:pt x="38102" y="0"/>
                </a:moveTo>
                <a:lnTo>
                  <a:pt x="2047873" y="0"/>
                </a:lnTo>
                <a:cubicBezTo>
                  <a:pt x="2068916" y="0"/>
                  <a:pt x="2085975" y="17059"/>
                  <a:pt x="2085975" y="38102"/>
                </a:cubicBezTo>
                <a:lnTo>
                  <a:pt x="2085975" y="533398"/>
                </a:lnTo>
                <a:cubicBezTo>
                  <a:pt x="2085975" y="554441"/>
                  <a:pt x="2068916" y="571500"/>
                  <a:pt x="20478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7400181" y="5286375"/>
            <a:ext cx="2028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5 Messages</a:t>
            </a:r>
            <a:endParaRPr sz="1600" b="0" i="0" u="none" strike="noStrike" cap="none"/>
          </a:p>
        </p:txBody>
      </p:sp>
      <p:sp>
        <p:nvSpPr>
          <p:cNvPr id="552" name="Google Shape;552;p11"/>
          <p:cNvSpPr/>
          <p:nvPr/>
        </p:nvSpPr>
        <p:spPr>
          <a:xfrm>
            <a:off x="7419231" y="5553075"/>
            <a:ext cx="1990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 Window</a:t>
            </a:r>
            <a:endParaRPr sz="1600" b="0" i="0" u="none" strike="noStrike" cap="none"/>
          </a:p>
        </p:txBody>
      </p:sp>
      <p:sp>
        <p:nvSpPr>
          <p:cNvPr id="553" name="Google Shape;553;p11"/>
          <p:cNvSpPr/>
          <p:nvPr/>
        </p:nvSpPr>
        <p:spPr>
          <a:xfrm>
            <a:off x="9567416" y="5210175"/>
            <a:ext cx="2085975" cy="571500"/>
          </a:xfrm>
          <a:custGeom>
            <a:avLst/>
            <a:gdLst/>
            <a:ahLst/>
            <a:cxnLst/>
            <a:rect l="l" t="t" r="r" b="b"/>
            <a:pathLst>
              <a:path w="2085975" h="571500" extrusionOk="0">
                <a:moveTo>
                  <a:pt x="38102" y="0"/>
                </a:moveTo>
                <a:lnTo>
                  <a:pt x="2047873" y="0"/>
                </a:lnTo>
                <a:cubicBezTo>
                  <a:pt x="2068916" y="0"/>
                  <a:pt x="2085975" y="17059"/>
                  <a:pt x="2085975" y="38102"/>
                </a:cubicBezTo>
                <a:lnTo>
                  <a:pt x="2085975" y="533398"/>
                </a:lnTo>
                <a:cubicBezTo>
                  <a:pt x="2085975" y="554441"/>
                  <a:pt x="2068916" y="571500"/>
                  <a:pt x="20478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1"/>
          <p:cNvSpPr/>
          <p:nvPr/>
        </p:nvSpPr>
        <p:spPr>
          <a:xfrm>
            <a:off x="9595991" y="5286375"/>
            <a:ext cx="2028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Real-time</a:t>
            </a:r>
            <a:endParaRPr sz="1600" b="0" i="0" u="none" strike="noStrike" cap="none"/>
          </a:p>
        </p:txBody>
      </p:sp>
      <p:sp>
        <p:nvSpPr>
          <p:cNvPr id="555" name="Google Shape;555;p11"/>
          <p:cNvSpPr/>
          <p:nvPr/>
        </p:nvSpPr>
        <p:spPr>
          <a:xfrm>
            <a:off x="9615041" y="5553075"/>
            <a:ext cx="1990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Sync to Database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2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Capabilities</a:t>
            </a:r>
            <a:endParaRPr sz="1600" b="0" i="0" u="none" strike="noStrike" cap="none"/>
          </a:p>
        </p:txBody>
      </p:sp>
      <p:sp>
        <p:nvSpPr>
          <p:cNvPr id="562" name="Google Shape;562;p1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Key Features &amp; Capabilities</a:t>
            </a:r>
            <a:endParaRPr sz="1600" b="0" i="0" u="none" strike="noStrike" cap="none"/>
          </a:p>
        </p:txBody>
      </p:sp>
      <p:sp>
        <p:nvSpPr>
          <p:cNvPr id="563" name="Google Shape;563;p1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" name="Google Shape;564;p12"/>
          <p:cNvSpPr/>
          <p:nvPr/>
        </p:nvSpPr>
        <p:spPr>
          <a:xfrm>
            <a:off x="385763" y="1376363"/>
            <a:ext cx="3695700" cy="2143125"/>
          </a:xfrm>
          <a:custGeom>
            <a:avLst/>
            <a:gdLst/>
            <a:ahLst/>
            <a:cxnLst/>
            <a:rect l="l" t="t" r="r" b="b"/>
            <a:pathLst>
              <a:path w="3695700" h="2143125" extrusionOk="0">
                <a:moveTo>
                  <a:pt x="76210" y="0"/>
                </a:moveTo>
                <a:lnTo>
                  <a:pt x="3619490" y="0"/>
                </a:lnTo>
                <a:cubicBezTo>
                  <a:pt x="3661580" y="0"/>
                  <a:pt x="3695700" y="34120"/>
                  <a:pt x="3695700" y="76210"/>
                </a:cubicBezTo>
                <a:lnTo>
                  <a:pt x="3695700" y="2066915"/>
                </a:lnTo>
                <a:cubicBezTo>
                  <a:pt x="3695700" y="2109005"/>
                  <a:pt x="3661580" y="2143125"/>
                  <a:pt x="3619490" y="2143125"/>
                </a:cubicBezTo>
                <a:lnTo>
                  <a:pt x="76210" y="2143125"/>
                </a:lnTo>
                <a:cubicBezTo>
                  <a:pt x="34120" y="2143125"/>
                  <a:pt x="0" y="2109005"/>
                  <a:pt x="0" y="2066915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5429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671513" y="16478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 extrusionOk="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1114425" y="1628775"/>
            <a:ext cx="17049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Course Information</a:t>
            </a:r>
            <a:endParaRPr sz="1600" b="0" i="0" u="none" strike="noStrike" cap="none"/>
          </a:p>
        </p:txBody>
      </p:sp>
      <p:sp>
        <p:nvSpPr>
          <p:cNvPr id="568" name="Google Shape;568;p12"/>
          <p:cNvSpPr/>
          <p:nvPr/>
        </p:nvSpPr>
        <p:spPr>
          <a:xfrm>
            <a:off x="570309" y="21431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785813" y="2105025"/>
            <a:ext cx="1962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schedules and timetables</a:t>
            </a:r>
            <a:endParaRPr sz="1600" b="0" i="0" u="none" strike="noStrike" cap="none"/>
          </a:p>
        </p:txBody>
      </p:sp>
      <p:sp>
        <p:nvSpPr>
          <p:cNvPr id="570" name="Google Shape;570;p12"/>
          <p:cNvSpPr/>
          <p:nvPr/>
        </p:nvSpPr>
        <p:spPr>
          <a:xfrm>
            <a:off x="570309" y="24098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785813" y="2371725"/>
            <a:ext cx="1857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Prerequisites and requirements</a:t>
            </a:r>
            <a:endParaRPr sz="1600" b="0" i="0" u="none" strike="noStrike" cap="none"/>
          </a:p>
        </p:txBody>
      </p:sp>
      <p:sp>
        <p:nvSpPr>
          <p:cNvPr id="572" name="Google Shape;572;p12"/>
          <p:cNvSpPr/>
          <p:nvPr/>
        </p:nvSpPr>
        <p:spPr>
          <a:xfrm>
            <a:off x="570309" y="26765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785813" y="2638425"/>
            <a:ext cx="1323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Instructor information</a:t>
            </a:r>
            <a:endParaRPr sz="1600" b="0" i="0" u="none" strike="noStrike" cap="none"/>
          </a:p>
        </p:txBody>
      </p:sp>
      <p:sp>
        <p:nvSpPr>
          <p:cNvPr id="574" name="Google Shape;574;p12"/>
          <p:cNvSpPr/>
          <p:nvPr/>
        </p:nvSpPr>
        <p:spPr>
          <a:xfrm>
            <a:off x="570309" y="2943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785813" y="2905125"/>
            <a:ext cx="1857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Venue and classroom locations</a:t>
            </a:r>
            <a:endParaRPr sz="1600" b="0" i="0" u="none" strike="noStrike" cap="none"/>
          </a:p>
        </p:txBody>
      </p:sp>
      <p:sp>
        <p:nvSpPr>
          <p:cNvPr id="576" name="Google Shape;576;p12"/>
          <p:cNvSpPr/>
          <p:nvPr/>
        </p:nvSpPr>
        <p:spPr>
          <a:xfrm>
            <a:off x="570309" y="32099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2"/>
          <p:cNvSpPr/>
          <p:nvPr/>
        </p:nvSpPr>
        <p:spPr>
          <a:xfrm>
            <a:off x="785813" y="3171825"/>
            <a:ext cx="14382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Credit units and grading</a:t>
            </a:r>
            <a:endParaRPr sz="1600" b="0" i="0" u="none" strike="noStrike" cap="none"/>
          </a:p>
        </p:txBody>
      </p:sp>
      <p:sp>
        <p:nvSpPr>
          <p:cNvPr id="578" name="Google Shape;578;p12"/>
          <p:cNvSpPr/>
          <p:nvPr/>
        </p:nvSpPr>
        <p:spPr>
          <a:xfrm>
            <a:off x="385763" y="3643313"/>
            <a:ext cx="3695700" cy="1876425"/>
          </a:xfrm>
          <a:custGeom>
            <a:avLst/>
            <a:gdLst/>
            <a:ahLst/>
            <a:cxnLst/>
            <a:rect l="l" t="t" r="r" b="b"/>
            <a:pathLst>
              <a:path w="3695700" h="1876425" extrusionOk="0">
                <a:moveTo>
                  <a:pt x="76202" y="0"/>
                </a:moveTo>
                <a:lnTo>
                  <a:pt x="3619498" y="0"/>
                </a:lnTo>
                <a:cubicBezTo>
                  <a:pt x="3661583" y="0"/>
                  <a:pt x="3695700" y="34117"/>
                  <a:pt x="3695700" y="76202"/>
                </a:cubicBezTo>
                <a:lnTo>
                  <a:pt x="3695700" y="1800223"/>
                </a:lnTo>
                <a:cubicBezTo>
                  <a:pt x="3695700" y="1842308"/>
                  <a:pt x="3661583" y="1876425"/>
                  <a:pt x="3619498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542925" y="3800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685800" y="39147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2"/>
          <p:cNvSpPr/>
          <p:nvPr/>
        </p:nvSpPr>
        <p:spPr>
          <a:xfrm>
            <a:off x="1114425" y="3895725"/>
            <a:ext cx="1581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Campus Facilities</a:t>
            </a:r>
            <a:endParaRPr sz="1600" b="0" i="0" u="none" strike="noStrike" cap="none"/>
          </a:p>
        </p:txBody>
      </p:sp>
      <p:sp>
        <p:nvSpPr>
          <p:cNvPr id="582" name="Google Shape;582;p12"/>
          <p:cNvSpPr/>
          <p:nvPr/>
        </p:nvSpPr>
        <p:spPr>
          <a:xfrm>
            <a:off x="570309" y="4410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785813" y="4371975"/>
            <a:ext cx="1581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Library hours and services</a:t>
            </a:r>
            <a:endParaRPr sz="1600" b="0" i="0" u="none" strike="noStrike" cap="none"/>
          </a:p>
        </p:txBody>
      </p:sp>
      <p:sp>
        <p:nvSpPr>
          <p:cNvPr id="584" name="Google Shape;584;p12"/>
          <p:cNvSpPr/>
          <p:nvPr/>
        </p:nvSpPr>
        <p:spPr>
          <a:xfrm>
            <a:off x="570309" y="4676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2"/>
          <p:cNvSpPr/>
          <p:nvPr/>
        </p:nvSpPr>
        <p:spPr>
          <a:xfrm>
            <a:off x="785813" y="463867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Study room availability</a:t>
            </a:r>
            <a:endParaRPr sz="1600" b="0" i="0" u="none" strike="noStrike" cap="none"/>
          </a:p>
        </p:txBody>
      </p:sp>
      <p:sp>
        <p:nvSpPr>
          <p:cNvPr id="586" name="Google Shape;586;p12"/>
          <p:cNvSpPr/>
          <p:nvPr/>
        </p:nvSpPr>
        <p:spPr>
          <a:xfrm>
            <a:off x="570309" y="4943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785813" y="4905375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 and computer room access</a:t>
            </a:r>
            <a:endParaRPr sz="1600" b="0" i="0" u="none" strike="noStrike" cap="none"/>
          </a:p>
        </p:txBody>
      </p:sp>
      <p:sp>
        <p:nvSpPr>
          <p:cNvPr id="588" name="Google Shape;588;p12"/>
          <p:cNvSpPr/>
          <p:nvPr/>
        </p:nvSpPr>
        <p:spPr>
          <a:xfrm>
            <a:off x="570309" y="5210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2"/>
          <p:cNvSpPr/>
          <p:nvPr/>
        </p:nvSpPr>
        <p:spPr>
          <a:xfrm>
            <a:off x="785813" y="517207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Cafeteria and food court info</a:t>
            </a:r>
            <a:endParaRPr sz="1600" b="0" i="0" u="none" strike="noStrike" cap="none"/>
          </a:p>
        </p:txBody>
      </p:sp>
      <p:sp>
        <p:nvSpPr>
          <p:cNvPr id="590" name="Google Shape;590;p12"/>
          <p:cNvSpPr/>
          <p:nvPr/>
        </p:nvSpPr>
        <p:spPr>
          <a:xfrm>
            <a:off x="4246513" y="1376363"/>
            <a:ext cx="3695700" cy="1876425"/>
          </a:xfrm>
          <a:custGeom>
            <a:avLst/>
            <a:gdLst/>
            <a:ahLst/>
            <a:cxnLst/>
            <a:rect l="l" t="t" r="r" b="b"/>
            <a:pathLst>
              <a:path w="3695700" h="1876425" extrusionOk="0">
                <a:moveTo>
                  <a:pt x="76202" y="0"/>
                </a:moveTo>
                <a:lnTo>
                  <a:pt x="3619498" y="0"/>
                </a:lnTo>
                <a:cubicBezTo>
                  <a:pt x="3661583" y="0"/>
                  <a:pt x="3695700" y="34117"/>
                  <a:pt x="3695700" y="76202"/>
                </a:cubicBezTo>
                <a:lnTo>
                  <a:pt x="3695700" y="1800223"/>
                </a:lnTo>
                <a:cubicBezTo>
                  <a:pt x="3695700" y="1842308"/>
                  <a:pt x="3661583" y="1876425"/>
                  <a:pt x="3619498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2"/>
          <p:cNvSpPr/>
          <p:nvPr/>
        </p:nvSpPr>
        <p:spPr>
          <a:xfrm>
            <a:off x="44036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2"/>
          <p:cNvSpPr/>
          <p:nvPr/>
        </p:nvSpPr>
        <p:spPr>
          <a:xfrm>
            <a:off x="4532263" y="16478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 extrusionOk="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2"/>
          <p:cNvSpPr/>
          <p:nvPr/>
        </p:nvSpPr>
        <p:spPr>
          <a:xfrm>
            <a:off x="4975175" y="1628775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Event Recommendations</a:t>
            </a:r>
            <a:endParaRPr sz="1600" b="0" i="0" u="none" strike="noStrike" cap="none"/>
          </a:p>
        </p:txBody>
      </p:sp>
      <p:sp>
        <p:nvSpPr>
          <p:cNvPr id="594" name="Google Shape;594;p12"/>
          <p:cNvSpPr/>
          <p:nvPr/>
        </p:nvSpPr>
        <p:spPr>
          <a:xfrm>
            <a:off x="4431060" y="21431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2"/>
          <p:cNvSpPr/>
          <p:nvPr/>
        </p:nvSpPr>
        <p:spPr>
          <a:xfrm>
            <a:off x="4646563" y="2105025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Campus activities and workshops</a:t>
            </a:r>
            <a:endParaRPr sz="1600" b="0" i="0" u="none" strike="noStrike" cap="none"/>
          </a:p>
        </p:txBody>
      </p:sp>
      <p:sp>
        <p:nvSpPr>
          <p:cNvPr id="596" name="Google Shape;596;p12"/>
          <p:cNvSpPr/>
          <p:nvPr/>
        </p:nvSpPr>
        <p:spPr>
          <a:xfrm>
            <a:off x="4431060" y="24098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2"/>
          <p:cNvSpPr/>
          <p:nvPr/>
        </p:nvSpPr>
        <p:spPr>
          <a:xfrm>
            <a:off x="4646563" y="2371725"/>
            <a:ext cx="1828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Seminar and lecture schedules</a:t>
            </a:r>
            <a:endParaRPr sz="1600" b="0" i="0" u="none" strike="noStrike" cap="none"/>
          </a:p>
        </p:txBody>
      </p:sp>
      <p:sp>
        <p:nvSpPr>
          <p:cNvPr id="598" name="Google Shape;598;p12"/>
          <p:cNvSpPr/>
          <p:nvPr/>
        </p:nvSpPr>
        <p:spPr>
          <a:xfrm>
            <a:off x="4431060" y="26765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2"/>
          <p:cNvSpPr/>
          <p:nvPr/>
        </p:nvSpPr>
        <p:spPr>
          <a:xfrm>
            <a:off x="4646563" y="2638425"/>
            <a:ext cx="14382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Club and society events</a:t>
            </a:r>
            <a:endParaRPr sz="1600" b="0" i="0" u="none" strike="noStrike" cap="none"/>
          </a:p>
        </p:txBody>
      </p:sp>
      <p:sp>
        <p:nvSpPr>
          <p:cNvPr id="600" name="Google Shape;600;p12"/>
          <p:cNvSpPr/>
          <p:nvPr/>
        </p:nvSpPr>
        <p:spPr>
          <a:xfrm>
            <a:off x="4431060" y="2943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2"/>
          <p:cNvSpPr/>
          <p:nvPr/>
        </p:nvSpPr>
        <p:spPr>
          <a:xfrm>
            <a:off x="4646563" y="2905125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Sports and recreation activities</a:t>
            </a:r>
            <a:endParaRPr sz="1600" b="0" i="0" u="none" strike="noStrike" cap="none"/>
          </a:p>
        </p:txBody>
      </p:sp>
      <p:sp>
        <p:nvSpPr>
          <p:cNvPr id="602" name="Google Shape;602;p12"/>
          <p:cNvSpPr/>
          <p:nvPr/>
        </p:nvSpPr>
        <p:spPr>
          <a:xfrm>
            <a:off x="4246513" y="3376613"/>
            <a:ext cx="3695700" cy="1876425"/>
          </a:xfrm>
          <a:custGeom>
            <a:avLst/>
            <a:gdLst/>
            <a:ahLst/>
            <a:cxnLst/>
            <a:rect l="l" t="t" r="r" b="b"/>
            <a:pathLst>
              <a:path w="3695700" h="1876425" extrusionOk="0">
                <a:moveTo>
                  <a:pt x="76202" y="0"/>
                </a:moveTo>
                <a:lnTo>
                  <a:pt x="3619498" y="0"/>
                </a:lnTo>
                <a:cubicBezTo>
                  <a:pt x="3661583" y="0"/>
                  <a:pt x="3695700" y="34117"/>
                  <a:pt x="3695700" y="76202"/>
                </a:cubicBezTo>
                <a:lnTo>
                  <a:pt x="3695700" y="1800223"/>
                </a:lnTo>
                <a:cubicBezTo>
                  <a:pt x="3695700" y="1842308"/>
                  <a:pt x="3661583" y="1876425"/>
                  <a:pt x="3619498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2"/>
          <p:cNvSpPr/>
          <p:nvPr/>
        </p:nvSpPr>
        <p:spPr>
          <a:xfrm>
            <a:off x="4403675" y="3533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2"/>
          <p:cNvSpPr/>
          <p:nvPr/>
        </p:nvSpPr>
        <p:spPr>
          <a:xfrm>
            <a:off x="4503688" y="36480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202525" y="-6608"/>
                </a:moveTo>
                <a:cubicBezTo>
                  <a:pt x="204713" y="-5715"/>
                  <a:pt x="206320" y="-3750"/>
                  <a:pt x="206767" y="-1429"/>
                </a:cubicBezTo>
                <a:lnTo>
                  <a:pt x="214313" y="35719"/>
                </a:lnTo>
                <a:lnTo>
                  <a:pt x="251460" y="43220"/>
                </a:lnTo>
                <a:cubicBezTo>
                  <a:pt x="253782" y="43711"/>
                  <a:pt x="255702" y="45274"/>
                  <a:pt x="256639" y="47461"/>
                </a:cubicBezTo>
                <a:cubicBezTo>
                  <a:pt x="257577" y="49649"/>
                  <a:pt x="257309" y="52149"/>
                  <a:pt x="256014" y="54114"/>
                </a:cubicBezTo>
                <a:lnTo>
                  <a:pt x="235074" y="85680"/>
                </a:lnTo>
                <a:lnTo>
                  <a:pt x="256014" y="117247"/>
                </a:lnTo>
                <a:cubicBezTo>
                  <a:pt x="257309" y="119211"/>
                  <a:pt x="257577" y="121712"/>
                  <a:pt x="256639" y="123899"/>
                </a:cubicBezTo>
                <a:cubicBezTo>
                  <a:pt x="255702" y="126087"/>
                  <a:pt x="253782" y="127695"/>
                  <a:pt x="251460" y="128141"/>
                </a:cubicBezTo>
                <a:lnTo>
                  <a:pt x="223689" y="133811"/>
                </a:lnTo>
                <a:cubicBezTo>
                  <a:pt x="218376" y="129927"/>
                  <a:pt x="212482" y="126846"/>
                  <a:pt x="206097" y="124703"/>
                </a:cubicBezTo>
                <a:cubicBezTo>
                  <a:pt x="204981" y="119033"/>
                  <a:pt x="203061" y="113675"/>
                  <a:pt x="200427" y="108764"/>
                </a:cubicBezTo>
                <a:cubicBezTo>
                  <a:pt x="204668" y="102111"/>
                  <a:pt x="207169" y="94208"/>
                  <a:pt x="207169" y="85680"/>
                </a:cubicBezTo>
                <a:cubicBezTo>
                  <a:pt x="207169" y="62017"/>
                  <a:pt x="187970" y="42818"/>
                  <a:pt x="164306" y="42818"/>
                </a:cubicBezTo>
                <a:cubicBezTo>
                  <a:pt x="142920" y="42818"/>
                  <a:pt x="125194" y="58489"/>
                  <a:pt x="121980" y="78938"/>
                </a:cubicBezTo>
                <a:cubicBezTo>
                  <a:pt x="110148" y="69875"/>
                  <a:pt x="95414" y="64428"/>
                  <a:pt x="79385" y="64249"/>
                </a:cubicBezTo>
                <a:lnTo>
                  <a:pt x="72643" y="54114"/>
                </a:lnTo>
                <a:cubicBezTo>
                  <a:pt x="71348" y="52149"/>
                  <a:pt x="71080" y="49649"/>
                  <a:pt x="72018" y="47461"/>
                </a:cubicBezTo>
                <a:cubicBezTo>
                  <a:pt x="72956" y="45274"/>
                  <a:pt x="74875" y="43666"/>
                  <a:pt x="77197" y="43220"/>
                </a:cubicBezTo>
                <a:lnTo>
                  <a:pt x="114300" y="35719"/>
                </a:lnTo>
                <a:lnTo>
                  <a:pt x="121801" y="-1429"/>
                </a:lnTo>
                <a:cubicBezTo>
                  <a:pt x="122292" y="-3750"/>
                  <a:pt x="123855" y="-5670"/>
                  <a:pt x="126043" y="-6608"/>
                </a:cubicBezTo>
                <a:cubicBezTo>
                  <a:pt x="128230" y="-7546"/>
                  <a:pt x="130731" y="-7278"/>
                  <a:pt x="132695" y="-5983"/>
                </a:cubicBezTo>
                <a:lnTo>
                  <a:pt x="164306" y="15002"/>
                </a:lnTo>
                <a:lnTo>
                  <a:pt x="195873" y="-5938"/>
                </a:lnTo>
                <a:cubicBezTo>
                  <a:pt x="197837" y="-7233"/>
                  <a:pt x="200338" y="-7501"/>
                  <a:pt x="202525" y="-6563"/>
                </a:cubicBezTo>
                <a:close/>
                <a:moveTo>
                  <a:pt x="185738" y="85725"/>
                </a:moveTo>
                <a:cubicBezTo>
                  <a:pt x="185738" y="87422"/>
                  <a:pt x="185559" y="89074"/>
                  <a:pt x="185157" y="90681"/>
                </a:cubicBezTo>
                <a:cubicBezTo>
                  <a:pt x="175468" y="83091"/>
                  <a:pt x="163279" y="78581"/>
                  <a:pt x="150019" y="78581"/>
                </a:cubicBezTo>
                <a:cubicBezTo>
                  <a:pt x="147965" y="78581"/>
                  <a:pt x="145956" y="78671"/>
                  <a:pt x="143991" y="78894"/>
                </a:cubicBezTo>
                <a:cubicBezTo>
                  <a:pt x="146849" y="70411"/>
                  <a:pt x="154885" y="64294"/>
                  <a:pt x="164306" y="64294"/>
                </a:cubicBezTo>
                <a:cubicBezTo>
                  <a:pt x="176138" y="64294"/>
                  <a:pt x="185738" y="73893"/>
                  <a:pt x="185738" y="85725"/>
                </a:cubicBezTo>
                <a:close/>
                <a:moveTo>
                  <a:pt x="42863" y="228600"/>
                </a:moveTo>
                <a:cubicBezTo>
                  <a:pt x="19199" y="228600"/>
                  <a:pt x="0" y="209401"/>
                  <a:pt x="0" y="185738"/>
                </a:cubicBezTo>
                <a:cubicBezTo>
                  <a:pt x="0" y="166762"/>
                  <a:pt x="12323" y="150644"/>
                  <a:pt x="29423" y="145018"/>
                </a:cubicBezTo>
                <a:cubicBezTo>
                  <a:pt x="28843" y="142027"/>
                  <a:pt x="28575" y="138901"/>
                  <a:pt x="28575" y="135731"/>
                </a:cubicBezTo>
                <a:cubicBezTo>
                  <a:pt x="28575" y="108094"/>
                  <a:pt x="50944" y="85725"/>
                  <a:pt x="78581" y="85725"/>
                </a:cubicBezTo>
                <a:cubicBezTo>
                  <a:pt x="97825" y="85725"/>
                  <a:pt x="114523" y="96575"/>
                  <a:pt x="122873" y="112514"/>
                </a:cubicBezTo>
                <a:cubicBezTo>
                  <a:pt x="129436" y="104879"/>
                  <a:pt x="139169" y="100013"/>
                  <a:pt x="150019" y="100013"/>
                </a:cubicBezTo>
                <a:cubicBezTo>
                  <a:pt x="169753" y="100013"/>
                  <a:pt x="185738" y="115997"/>
                  <a:pt x="185738" y="135731"/>
                </a:cubicBezTo>
                <a:cubicBezTo>
                  <a:pt x="185738" y="138187"/>
                  <a:pt x="185470" y="140553"/>
                  <a:pt x="185023" y="142875"/>
                </a:cubicBezTo>
                <a:cubicBezTo>
                  <a:pt x="185246" y="142875"/>
                  <a:pt x="185514" y="142875"/>
                  <a:pt x="185738" y="142875"/>
                </a:cubicBez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42863" y="228600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2"/>
          <p:cNvSpPr/>
          <p:nvPr/>
        </p:nvSpPr>
        <p:spPr>
          <a:xfrm>
            <a:off x="4975175" y="3629025"/>
            <a:ext cx="15716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Weather Updates</a:t>
            </a:r>
            <a:endParaRPr sz="1600" b="0" i="0" u="none" strike="noStrike" cap="none"/>
          </a:p>
        </p:txBody>
      </p:sp>
      <p:sp>
        <p:nvSpPr>
          <p:cNvPr id="606" name="Google Shape;606;p12"/>
          <p:cNvSpPr/>
          <p:nvPr/>
        </p:nvSpPr>
        <p:spPr>
          <a:xfrm>
            <a:off x="4431060" y="41433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2"/>
          <p:cNvSpPr/>
          <p:nvPr/>
        </p:nvSpPr>
        <p:spPr>
          <a:xfrm>
            <a:off x="4646563" y="4105275"/>
            <a:ext cx="1809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Hong Kong weather</a:t>
            </a:r>
            <a:endParaRPr sz="1600" b="0" i="0" u="none" strike="noStrike" cap="none"/>
          </a:p>
        </p:txBody>
      </p:sp>
      <p:sp>
        <p:nvSpPr>
          <p:cNvPr id="608" name="Google Shape;608;p12"/>
          <p:cNvSpPr/>
          <p:nvPr/>
        </p:nvSpPr>
        <p:spPr>
          <a:xfrm>
            <a:off x="4431060" y="4410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2"/>
          <p:cNvSpPr/>
          <p:nvPr/>
        </p:nvSpPr>
        <p:spPr>
          <a:xfrm>
            <a:off x="4646563" y="4371975"/>
            <a:ext cx="1600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Temperature and humidity</a:t>
            </a:r>
            <a:endParaRPr sz="1600" b="0" i="0" u="none" strike="noStrike" cap="none"/>
          </a:p>
        </p:txBody>
      </p:sp>
      <p:sp>
        <p:nvSpPr>
          <p:cNvPr id="610" name="Google Shape;610;p12"/>
          <p:cNvSpPr/>
          <p:nvPr/>
        </p:nvSpPr>
        <p:spPr>
          <a:xfrm>
            <a:off x="4431060" y="4676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2"/>
          <p:cNvSpPr/>
          <p:nvPr/>
        </p:nvSpPr>
        <p:spPr>
          <a:xfrm>
            <a:off x="4646563" y="4638675"/>
            <a:ext cx="1638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Rain and typhoon warnings</a:t>
            </a:r>
            <a:endParaRPr sz="1600" b="0" i="0" u="none" strike="noStrike" cap="none"/>
          </a:p>
        </p:txBody>
      </p:sp>
      <p:sp>
        <p:nvSpPr>
          <p:cNvPr id="612" name="Google Shape;612;p12"/>
          <p:cNvSpPr/>
          <p:nvPr/>
        </p:nvSpPr>
        <p:spPr>
          <a:xfrm>
            <a:off x="4431060" y="4943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2"/>
          <p:cNvSpPr/>
          <p:nvPr/>
        </p:nvSpPr>
        <p:spPr>
          <a:xfrm>
            <a:off x="4646563" y="4905375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Daily forecasts</a:t>
            </a:r>
            <a:endParaRPr sz="1600" b="0" i="0" u="none" strike="noStrike" cap="none"/>
          </a:p>
        </p:txBody>
      </p:sp>
      <p:sp>
        <p:nvSpPr>
          <p:cNvPr id="614" name="Google Shape;614;p12"/>
          <p:cNvSpPr/>
          <p:nvPr/>
        </p:nvSpPr>
        <p:spPr>
          <a:xfrm>
            <a:off x="8107263" y="1376363"/>
            <a:ext cx="3695700" cy="1876425"/>
          </a:xfrm>
          <a:custGeom>
            <a:avLst/>
            <a:gdLst/>
            <a:ahLst/>
            <a:cxnLst/>
            <a:rect l="l" t="t" r="r" b="b"/>
            <a:pathLst>
              <a:path w="3695700" h="1876425" extrusionOk="0">
                <a:moveTo>
                  <a:pt x="76202" y="0"/>
                </a:moveTo>
                <a:lnTo>
                  <a:pt x="3619498" y="0"/>
                </a:lnTo>
                <a:cubicBezTo>
                  <a:pt x="3661583" y="0"/>
                  <a:pt x="3695700" y="34117"/>
                  <a:pt x="3695700" y="76202"/>
                </a:cubicBezTo>
                <a:lnTo>
                  <a:pt x="3695700" y="1800223"/>
                </a:lnTo>
                <a:cubicBezTo>
                  <a:pt x="3695700" y="1842308"/>
                  <a:pt x="3661583" y="1876425"/>
                  <a:pt x="3619498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2"/>
          <p:cNvSpPr/>
          <p:nvPr/>
        </p:nvSpPr>
        <p:spPr>
          <a:xfrm>
            <a:off x="8264426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12"/>
          <p:cNvSpPr/>
          <p:nvPr/>
        </p:nvSpPr>
        <p:spPr>
          <a:xfrm>
            <a:off x="8364438" y="16478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2"/>
          <p:cNvSpPr/>
          <p:nvPr/>
        </p:nvSpPr>
        <p:spPr>
          <a:xfrm>
            <a:off x="8835926" y="1628775"/>
            <a:ext cx="1581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Natural Language</a:t>
            </a:r>
            <a:endParaRPr sz="1600" b="0" i="0" u="none" strike="noStrike" cap="none"/>
          </a:p>
        </p:txBody>
      </p:sp>
      <p:sp>
        <p:nvSpPr>
          <p:cNvPr id="618" name="Google Shape;618;p12"/>
          <p:cNvSpPr/>
          <p:nvPr/>
        </p:nvSpPr>
        <p:spPr>
          <a:xfrm>
            <a:off x="8291810" y="21431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2"/>
          <p:cNvSpPr/>
          <p:nvPr/>
        </p:nvSpPr>
        <p:spPr>
          <a:xfrm>
            <a:off x="8507313" y="2105025"/>
            <a:ext cx="17335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 complex queries</a:t>
            </a:r>
            <a:endParaRPr sz="1600" b="0" i="0" u="none" strike="noStrike" cap="none"/>
          </a:p>
        </p:txBody>
      </p:sp>
      <p:sp>
        <p:nvSpPr>
          <p:cNvPr id="620" name="Google Shape;620;p12"/>
          <p:cNvSpPr/>
          <p:nvPr/>
        </p:nvSpPr>
        <p:spPr>
          <a:xfrm>
            <a:off x="8291810" y="24098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2"/>
          <p:cNvSpPr/>
          <p:nvPr/>
        </p:nvSpPr>
        <p:spPr>
          <a:xfrm>
            <a:off x="8507313" y="2371725"/>
            <a:ext cx="1562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Context-aware responses</a:t>
            </a:r>
            <a:endParaRPr sz="1600" b="0" i="0" u="none" strike="noStrike" cap="none"/>
          </a:p>
        </p:txBody>
      </p:sp>
      <p:sp>
        <p:nvSpPr>
          <p:cNvPr id="622" name="Google Shape;622;p12"/>
          <p:cNvSpPr/>
          <p:nvPr/>
        </p:nvSpPr>
        <p:spPr>
          <a:xfrm>
            <a:off x="8291810" y="26765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2"/>
          <p:cNvSpPr/>
          <p:nvPr/>
        </p:nvSpPr>
        <p:spPr>
          <a:xfrm>
            <a:off x="8507313" y="2638425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Multi-turn conversations</a:t>
            </a:r>
            <a:endParaRPr sz="1600" b="0" i="0" u="none" strike="noStrike" cap="none"/>
          </a:p>
        </p:txBody>
      </p:sp>
      <p:sp>
        <p:nvSpPr>
          <p:cNvPr id="624" name="Google Shape;624;p12"/>
          <p:cNvSpPr/>
          <p:nvPr/>
        </p:nvSpPr>
        <p:spPr>
          <a:xfrm>
            <a:off x="8291810" y="2943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2"/>
          <p:cNvSpPr/>
          <p:nvPr/>
        </p:nvSpPr>
        <p:spPr>
          <a:xfrm>
            <a:off x="8507313" y="2905125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Personalized interactions</a:t>
            </a:r>
            <a:endParaRPr sz="1600" b="0" i="0" u="none" strike="noStrike" cap="none"/>
          </a:p>
        </p:txBody>
      </p:sp>
      <p:sp>
        <p:nvSpPr>
          <p:cNvPr id="626" name="Google Shape;626;p12"/>
          <p:cNvSpPr/>
          <p:nvPr/>
        </p:nvSpPr>
        <p:spPr>
          <a:xfrm>
            <a:off x="8107263" y="3376613"/>
            <a:ext cx="3695700" cy="2638425"/>
          </a:xfrm>
          <a:custGeom>
            <a:avLst/>
            <a:gdLst/>
            <a:ahLst/>
            <a:cxnLst/>
            <a:rect l="l" t="t" r="r" b="b"/>
            <a:pathLst>
              <a:path w="3695700" h="2638425" extrusionOk="0">
                <a:moveTo>
                  <a:pt x="76198" y="0"/>
                </a:moveTo>
                <a:lnTo>
                  <a:pt x="3619502" y="0"/>
                </a:lnTo>
                <a:cubicBezTo>
                  <a:pt x="3661557" y="0"/>
                  <a:pt x="3695700" y="34143"/>
                  <a:pt x="3695700" y="76198"/>
                </a:cubicBezTo>
                <a:lnTo>
                  <a:pt x="3695700" y="2562227"/>
                </a:lnTo>
                <a:cubicBezTo>
                  <a:pt x="3695700" y="2604282"/>
                  <a:pt x="3661557" y="2638425"/>
                  <a:pt x="3619502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2"/>
          <p:cNvSpPr/>
          <p:nvPr/>
        </p:nvSpPr>
        <p:spPr>
          <a:xfrm>
            <a:off x="8264426" y="3533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2"/>
          <p:cNvSpPr/>
          <p:nvPr/>
        </p:nvSpPr>
        <p:spPr>
          <a:xfrm>
            <a:off x="8378726" y="3648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2"/>
          <p:cNvSpPr/>
          <p:nvPr/>
        </p:nvSpPr>
        <p:spPr>
          <a:xfrm>
            <a:off x="8835926" y="3629025"/>
            <a:ext cx="1095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AI-Powered</a:t>
            </a:r>
            <a:endParaRPr sz="1600" b="0" i="0" u="none" strike="noStrike" cap="none"/>
          </a:p>
        </p:txBody>
      </p:sp>
      <p:sp>
        <p:nvSpPr>
          <p:cNvPr id="630" name="Google Shape;630;p12"/>
          <p:cNvSpPr/>
          <p:nvPr/>
        </p:nvSpPr>
        <p:spPr>
          <a:xfrm>
            <a:off x="8264426" y="41052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 extrusionOk="0">
                <a:moveTo>
                  <a:pt x="38101" y="0"/>
                </a:moveTo>
                <a:lnTo>
                  <a:pt x="3343274" y="0"/>
                </a:lnTo>
                <a:cubicBezTo>
                  <a:pt x="3364317" y="0"/>
                  <a:pt x="3381375" y="17058"/>
                  <a:pt x="3381375" y="38101"/>
                </a:cubicBezTo>
                <a:lnTo>
                  <a:pt x="3381375" y="495299"/>
                </a:lnTo>
                <a:cubicBezTo>
                  <a:pt x="3381375" y="516342"/>
                  <a:pt x="3364317" y="533400"/>
                  <a:pt x="33432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2"/>
          <p:cNvSpPr/>
          <p:nvPr/>
        </p:nvSpPr>
        <p:spPr>
          <a:xfrm>
            <a:off x="8340626" y="4181475"/>
            <a:ext cx="3295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LLM Integration</a:t>
            </a:r>
            <a:endParaRPr sz="1600" b="0" i="0" u="none" strike="noStrike" cap="none"/>
          </a:p>
        </p:txBody>
      </p:sp>
      <p:sp>
        <p:nvSpPr>
          <p:cNvPr id="632" name="Google Shape;632;p12"/>
          <p:cNvSpPr/>
          <p:nvPr/>
        </p:nvSpPr>
        <p:spPr>
          <a:xfrm>
            <a:off x="8340626" y="4410075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HKBU's advanced language model</a:t>
            </a:r>
            <a:endParaRPr sz="1600" b="0" i="0" u="none" strike="noStrike" cap="none"/>
          </a:p>
        </p:txBody>
      </p:sp>
      <p:sp>
        <p:nvSpPr>
          <p:cNvPr id="633" name="Google Shape;633;p12"/>
          <p:cNvSpPr/>
          <p:nvPr/>
        </p:nvSpPr>
        <p:spPr>
          <a:xfrm>
            <a:off x="8264426" y="47148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 extrusionOk="0">
                <a:moveTo>
                  <a:pt x="38101" y="0"/>
                </a:moveTo>
                <a:lnTo>
                  <a:pt x="3343274" y="0"/>
                </a:lnTo>
                <a:cubicBezTo>
                  <a:pt x="3364317" y="0"/>
                  <a:pt x="3381375" y="17058"/>
                  <a:pt x="3381375" y="38101"/>
                </a:cubicBezTo>
                <a:lnTo>
                  <a:pt x="3381375" y="495299"/>
                </a:lnTo>
                <a:cubicBezTo>
                  <a:pt x="3381375" y="516342"/>
                  <a:pt x="3364317" y="533400"/>
                  <a:pt x="33432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2"/>
          <p:cNvSpPr/>
          <p:nvPr/>
        </p:nvSpPr>
        <p:spPr>
          <a:xfrm>
            <a:off x="8340626" y="4791075"/>
            <a:ext cx="3295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Prompt Engineering</a:t>
            </a:r>
            <a:endParaRPr sz="1600" b="0" i="0" u="none" strike="noStrike" cap="none"/>
          </a:p>
        </p:txBody>
      </p:sp>
      <p:sp>
        <p:nvSpPr>
          <p:cNvPr id="635" name="Google Shape;635;p12"/>
          <p:cNvSpPr/>
          <p:nvPr/>
        </p:nvSpPr>
        <p:spPr>
          <a:xfrm>
            <a:off x="8340626" y="5019675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Optimized for campus context</a:t>
            </a:r>
            <a:endParaRPr sz="1600" b="0" i="0" u="none" strike="noStrike" cap="none"/>
          </a:p>
        </p:txBody>
      </p:sp>
      <p:sp>
        <p:nvSpPr>
          <p:cNvPr id="636" name="Google Shape;636;p12"/>
          <p:cNvSpPr/>
          <p:nvPr/>
        </p:nvSpPr>
        <p:spPr>
          <a:xfrm>
            <a:off x="8264426" y="5324475"/>
            <a:ext cx="3381375" cy="533400"/>
          </a:xfrm>
          <a:custGeom>
            <a:avLst/>
            <a:gdLst/>
            <a:ahLst/>
            <a:cxnLst/>
            <a:rect l="l" t="t" r="r" b="b"/>
            <a:pathLst>
              <a:path w="3381375" h="533400" extrusionOk="0">
                <a:moveTo>
                  <a:pt x="38101" y="0"/>
                </a:moveTo>
                <a:lnTo>
                  <a:pt x="3343274" y="0"/>
                </a:lnTo>
                <a:cubicBezTo>
                  <a:pt x="3364317" y="0"/>
                  <a:pt x="3381375" y="17058"/>
                  <a:pt x="3381375" y="38101"/>
                </a:cubicBezTo>
                <a:lnTo>
                  <a:pt x="3381375" y="495299"/>
                </a:lnTo>
                <a:cubicBezTo>
                  <a:pt x="3381375" y="516342"/>
                  <a:pt x="3364317" y="533400"/>
                  <a:pt x="33432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2"/>
          <p:cNvSpPr/>
          <p:nvPr/>
        </p:nvSpPr>
        <p:spPr>
          <a:xfrm>
            <a:off x="8340626" y="5400675"/>
            <a:ext cx="3295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Continuous Learning</a:t>
            </a:r>
            <a:endParaRPr sz="1600" b="0" i="0" u="none" strike="noStrike" cap="none"/>
          </a:p>
        </p:txBody>
      </p:sp>
      <p:sp>
        <p:nvSpPr>
          <p:cNvPr id="638" name="Google Shape;638;p12"/>
          <p:cNvSpPr/>
          <p:nvPr/>
        </p:nvSpPr>
        <p:spPr>
          <a:xfrm>
            <a:off x="8340626" y="5629275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Improves from interactions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3"/>
          <p:cNvSpPr/>
          <p:nvPr/>
        </p:nvSpPr>
        <p:spPr>
          <a:xfrm>
            <a:off x="377754" y="377754"/>
            <a:ext cx="11512043" cy="22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Financial Efficiency</a:t>
            </a:r>
            <a:endParaRPr sz="1600" b="0" i="0" u="none" strike="noStrike" cap="none"/>
          </a:p>
        </p:txBody>
      </p:sp>
      <p:sp>
        <p:nvSpPr>
          <p:cNvPr id="645" name="Google Shape;645;p13"/>
          <p:cNvSpPr/>
          <p:nvPr/>
        </p:nvSpPr>
        <p:spPr>
          <a:xfrm>
            <a:off x="377754" y="679957"/>
            <a:ext cx="11606482" cy="37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77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Cost Optimization &amp; Resource Management</a:t>
            </a:r>
            <a:endParaRPr sz="1600" b="0" i="0" u="none" strike="noStrike" cap="none"/>
          </a:p>
        </p:txBody>
      </p:sp>
      <p:sp>
        <p:nvSpPr>
          <p:cNvPr id="646" name="Google Shape;646;p13"/>
          <p:cNvSpPr/>
          <p:nvPr/>
        </p:nvSpPr>
        <p:spPr>
          <a:xfrm>
            <a:off x="377754" y="1171036"/>
            <a:ext cx="906609" cy="37775"/>
          </a:xfrm>
          <a:custGeom>
            <a:avLst/>
            <a:gdLst/>
            <a:ahLst/>
            <a:cxnLst/>
            <a:rect l="l" t="t" r="r" b="b"/>
            <a:pathLst>
              <a:path w="906609" h="37775" extrusionOk="0">
                <a:moveTo>
                  <a:pt x="0" y="0"/>
                </a:moveTo>
                <a:lnTo>
                  <a:pt x="906609" y="0"/>
                </a:lnTo>
                <a:lnTo>
                  <a:pt x="906609" y="37775"/>
                </a:lnTo>
                <a:lnTo>
                  <a:pt x="0" y="377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7" name="Google Shape;647;p13"/>
          <p:cNvSpPr/>
          <p:nvPr/>
        </p:nvSpPr>
        <p:spPr>
          <a:xfrm>
            <a:off x="387198" y="1369357"/>
            <a:ext cx="5061899" cy="3040917"/>
          </a:xfrm>
          <a:custGeom>
            <a:avLst/>
            <a:gdLst/>
            <a:ahLst/>
            <a:cxnLst/>
            <a:rect l="l" t="t" r="r" b="b"/>
            <a:pathLst>
              <a:path w="5061899" h="3040917" extrusionOk="0">
                <a:moveTo>
                  <a:pt x="75536" y="0"/>
                </a:moveTo>
                <a:lnTo>
                  <a:pt x="4986363" y="0"/>
                </a:lnTo>
                <a:cubicBezTo>
                  <a:pt x="5028081" y="0"/>
                  <a:pt x="5061899" y="33819"/>
                  <a:pt x="5061899" y="75536"/>
                </a:cubicBezTo>
                <a:lnTo>
                  <a:pt x="5061899" y="2965381"/>
                </a:lnTo>
                <a:cubicBezTo>
                  <a:pt x="5061899" y="3007098"/>
                  <a:pt x="5028081" y="3040917"/>
                  <a:pt x="4986363" y="3040917"/>
                </a:cubicBezTo>
                <a:lnTo>
                  <a:pt x="75536" y="3040917"/>
                </a:lnTo>
                <a:cubicBezTo>
                  <a:pt x="33819" y="3040917"/>
                  <a:pt x="0" y="3007098"/>
                  <a:pt x="0" y="2965381"/>
                </a:cubicBezTo>
                <a:lnTo>
                  <a:pt x="0" y="75536"/>
                </a:lnTo>
                <a:cubicBezTo>
                  <a:pt x="0" y="33847"/>
                  <a:pt x="33847" y="0"/>
                  <a:pt x="75536" y="0"/>
                </a:cubicBezTo>
                <a:close/>
              </a:path>
            </a:pathLst>
          </a:custGeom>
          <a:gradFill>
            <a:gsLst>
              <a:gs pos="0">
                <a:srgbClr val="38A3A5">
                  <a:alpha val="20000"/>
                </a:srgbClr>
              </a:gs>
              <a:gs pos="100000">
                <a:srgbClr val="4A6D8C">
                  <a:alpha val="20000"/>
                </a:srgbClr>
              </a:gs>
            </a:gsLst>
            <a:lin ang="2700000" scaled="0"/>
          </a:gradFill>
          <a:ln w="254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3"/>
          <p:cNvSpPr/>
          <p:nvPr/>
        </p:nvSpPr>
        <p:spPr>
          <a:xfrm>
            <a:off x="547743" y="1567678"/>
            <a:ext cx="4740809" cy="22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AWS Charges</a:t>
            </a:r>
            <a:endParaRPr sz="1600" b="0" i="0" u="none" strike="noStrike" cap="none"/>
          </a:p>
        </p:txBody>
      </p:sp>
      <p:sp>
        <p:nvSpPr>
          <p:cNvPr id="649" name="Google Shape;649;p13"/>
          <p:cNvSpPr/>
          <p:nvPr/>
        </p:nvSpPr>
        <p:spPr>
          <a:xfrm>
            <a:off x="415529" y="1869881"/>
            <a:ext cx="5005236" cy="679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54" b="1" i="0" u="none" strike="noStrike" cap="none">
                <a:solidFill>
                  <a:srgbClr val="38A3A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$0</a:t>
            </a:r>
            <a:endParaRPr sz="1600" b="0" i="0" u="none" strike="noStrike" cap="none"/>
          </a:p>
        </p:txBody>
      </p:sp>
      <p:sp>
        <p:nvSpPr>
          <p:cNvPr id="650" name="Google Shape;650;p13"/>
          <p:cNvSpPr/>
          <p:nvPr/>
        </p:nvSpPr>
        <p:spPr>
          <a:xfrm>
            <a:off x="543021" y="2625388"/>
            <a:ext cx="4750253" cy="2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Completely Free!</a:t>
            </a:r>
            <a:endParaRPr sz="1600" b="0" i="0" u="none" strike="noStrike" cap="none"/>
          </a:p>
        </p:txBody>
      </p:sp>
      <p:sp>
        <p:nvSpPr>
          <p:cNvPr id="651" name="Google Shape;651;p13"/>
          <p:cNvSpPr/>
          <p:nvPr/>
        </p:nvSpPr>
        <p:spPr>
          <a:xfrm>
            <a:off x="585518" y="3040917"/>
            <a:ext cx="4665258" cy="339978"/>
          </a:xfrm>
          <a:custGeom>
            <a:avLst/>
            <a:gdLst/>
            <a:ahLst/>
            <a:cxnLst/>
            <a:rect l="l" t="t" r="r" b="b"/>
            <a:pathLst>
              <a:path w="4665258" h="339978" extrusionOk="0">
                <a:moveTo>
                  <a:pt x="37775" y="0"/>
                </a:moveTo>
                <a:lnTo>
                  <a:pt x="4627483" y="0"/>
                </a:lnTo>
                <a:cubicBezTo>
                  <a:pt x="4648346" y="0"/>
                  <a:pt x="4665258" y="16912"/>
                  <a:pt x="4665258" y="37775"/>
                </a:cubicBezTo>
                <a:lnTo>
                  <a:pt x="4665258" y="302203"/>
                </a:lnTo>
                <a:cubicBezTo>
                  <a:pt x="4665258" y="323066"/>
                  <a:pt x="4648346" y="339978"/>
                  <a:pt x="4627483" y="339978"/>
                </a:cubicBezTo>
                <a:lnTo>
                  <a:pt x="37775" y="339978"/>
                </a:lnTo>
                <a:cubicBezTo>
                  <a:pt x="16912" y="339978"/>
                  <a:pt x="0" y="323066"/>
                  <a:pt x="0" y="302203"/>
                </a:cubicBezTo>
                <a:lnTo>
                  <a:pt x="0" y="37775"/>
                </a:lnTo>
                <a:cubicBezTo>
                  <a:pt x="0" y="16912"/>
                  <a:pt x="16912" y="0"/>
                  <a:pt x="377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3"/>
          <p:cNvSpPr/>
          <p:nvPr/>
        </p:nvSpPr>
        <p:spPr>
          <a:xfrm>
            <a:off x="679957" y="3135356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 extrusionOk="0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3"/>
          <p:cNvSpPr/>
          <p:nvPr/>
        </p:nvSpPr>
        <p:spPr>
          <a:xfrm>
            <a:off x="925497" y="3116468"/>
            <a:ext cx="1331582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Free Tier utilized</a:t>
            </a:r>
            <a:endParaRPr sz="1600" b="0" i="0" u="none" strike="noStrike" cap="none"/>
          </a:p>
        </p:txBody>
      </p:sp>
      <p:sp>
        <p:nvSpPr>
          <p:cNvPr id="654" name="Google Shape;654;p13"/>
          <p:cNvSpPr/>
          <p:nvPr/>
        </p:nvSpPr>
        <p:spPr>
          <a:xfrm>
            <a:off x="585518" y="3456446"/>
            <a:ext cx="4665258" cy="339978"/>
          </a:xfrm>
          <a:custGeom>
            <a:avLst/>
            <a:gdLst/>
            <a:ahLst/>
            <a:cxnLst/>
            <a:rect l="l" t="t" r="r" b="b"/>
            <a:pathLst>
              <a:path w="4665258" h="339978" extrusionOk="0">
                <a:moveTo>
                  <a:pt x="37775" y="0"/>
                </a:moveTo>
                <a:lnTo>
                  <a:pt x="4627483" y="0"/>
                </a:lnTo>
                <a:cubicBezTo>
                  <a:pt x="4648346" y="0"/>
                  <a:pt x="4665258" y="16912"/>
                  <a:pt x="4665258" y="37775"/>
                </a:cubicBezTo>
                <a:lnTo>
                  <a:pt x="4665258" y="302203"/>
                </a:lnTo>
                <a:cubicBezTo>
                  <a:pt x="4665258" y="323066"/>
                  <a:pt x="4648346" y="339978"/>
                  <a:pt x="4627483" y="339978"/>
                </a:cubicBezTo>
                <a:lnTo>
                  <a:pt x="37775" y="339978"/>
                </a:lnTo>
                <a:cubicBezTo>
                  <a:pt x="16912" y="339978"/>
                  <a:pt x="0" y="323066"/>
                  <a:pt x="0" y="302203"/>
                </a:cubicBezTo>
                <a:lnTo>
                  <a:pt x="0" y="37775"/>
                </a:lnTo>
                <a:cubicBezTo>
                  <a:pt x="0" y="16912"/>
                  <a:pt x="16912" y="0"/>
                  <a:pt x="377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3"/>
          <p:cNvSpPr/>
          <p:nvPr/>
        </p:nvSpPr>
        <p:spPr>
          <a:xfrm>
            <a:off x="679957" y="3550885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 extrusionOk="0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3"/>
          <p:cNvSpPr/>
          <p:nvPr/>
        </p:nvSpPr>
        <p:spPr>
          <a:xfrm>
            <a:off x="925497" y="3531997"/>
            <a:ext cx="1416576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Efficient resource usage</a:t>
            </a:r>
            <a:endParaRPr sz="1600" b="0" i="0" u="none" strike="noStrike" cap="none"/>
          </a:p>
        </p:txBody>
      </p:sp>
      <p:sp>
        <p:nvSpPr>
          <p:cNvPr id="657" name="Google Shape;657;p13"/>
          <p:cNvSpPr/>
          <p:nvPr/>
        </p:nvSpPr>
        <p:spPr>
          <a:xfrm>
            <a:off x="585518" y="3871975"/>
            <a:ext cx="4665258" cy="339978"/>
          </a:xfrm>
          <a:custGeom>
            <a:avLst/>
            <a:gdLst/>
            <a:ahLst/>
            <a:cxnLst/>
            <a:rect l="l" t="t" r="r" b="b"/>
            <a:pathLst>
              <a:path w="4665258" h="339978" extrusionOk="0">
                <a:moveTo>
                  <a:pt x="37775" y="0"/>
                </a:moveTo>
                <a:lnTo>
                  <a:pt x="4627483" y="0"/>
                </a:lnTo>
                <a:cubicBezTo>
                  <a:pt x="4648346" y="0"/>
                  <a:pt x="4665258" y="16912"/>
                  <a:pt x="4665258" y="37775"/>
                </a:cubicBezTo>
                <a:lnTo>
                  <a:pt x="4665258" y="302203"/>
                </a:lnTo>
                <a:cubicBezTo>
                  <a:pt x="4665258" y="323066"/>
                  <a:pt x="4648346" y="339978"/>
                  <a:pt x="4627483" y="339978"/>
                </a:cubicBezTo>
                <a:lnTo>
                  <a:pt x="37775" y="339978"/>
                </a:lnTo>
                <a:cubicBezTo>
                  <a:pt x="16912" y="339978"/>
                  <a:pt x="0" y="323066"/>
                  <a:pt x="0" y="302203"/>
                </a:cubicBezTo>
                <a:lnTo>
                  <a:pt x="0" y="37775"/>
                </a:lnTo>
                <a:cubicBezTo>
                  <a:pt x="0" y="16912"/>
                  <a:pt x="16912" y="0"/>
                  <a:pt x="377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3"/>
          <p:cNvSpPr/>
          <p:nvPr/>
        </p:nvSpPr>
        <p:spPr>
          <a:xfrm>
            <a:off x="679957" y="3966414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 extrusionOk="0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3"/>
          <p:cNvSpPr/>
          <p:nvPr/>
        </p:nvSpPr>
        <p:spPr>
          <a:xfrm>
            <a:off x="925497" y="3947526"/>
            <a:ext cx="1416576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unexpected charges</a:t>
            </a:r>
            <a:endParaRPr sz="1600" b="0" i="0" u="none" strike="noStrike" cap="none"/>
          </a:p>
        </p:txBody>
      </p:sp>
      <p:sp>
        <p:nvSpPr>
          <p:cNvPr id="660" name="Google Shape;660;p13"/>
          <p:cNvSpPr/>
          <p:nvPr/>
        </p:nvSpPr>
        <p:spPr>
          <a:xfrm>
            <a:off x="382476" y="4537766"/>
            <a:ext cx="5071343" cy="2313741"/>
          </a:xfrm>
          <a:custGeom>
            <a:avLst/>
            <a:gdLst/>
            <a:ahLst/>
            <a:cxnLst/>
            <a:rect l="l" t="t" r="r" b="b"/>
            <a:pathLst>
              <a:path w="5071343" h="2313741" extrusionOk="0">
                <a:moveTo>
                  <a:pt x="75544" y="0"/>
                </a:moveTo>
                <a:lnTo>
                  <a:pt x="4995799" y="0"/>
                </a:lnTo>
                <a:cubicBezTo>
                  <a:pt x="5037521" y="0"/>
                  <a:pt x="5071343" y="33822"/>
                  <a:pt x="5071343" y="75544"/>
                </a:cubicBezTo>
                <a:lnTo>
                  <a:pt x="5071343" y="2238198"/>
                </a:lnTo>
                <a:cubicBezTo>
                  <a:pt x="5071343" y="2279919"/>
                  <a:pt x="5037521" y="2313741"/>
                  <a:pt x="4995799" y="2313741"/>
                </a:cubicBezTo>
                <a:lnTo>
                  <a:pt x="75544" y="2313741"/>
                </a:lnTo>
                <a:cubicBezTo>
                  <a:pt x="33822" y="2313741"/>
                  <a:pt x="0" y="2279919"/>
                  <a:pt x="0" y="2238198"/>
                </a:cubicBezTo>
                <a:lnTo>
                  <a:pt x="0" y="75544"/>
                </a:lnTo>
                <a:cubicBezTo>
                  <a:pt x="0" y="33822"/>
                  <a:pt x="33822" y="0"/>
                  <a:pt x="7554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3"/>
          <p:cNvSpPr/>
          <p:nvPr/>
        </p:nvSpPr>
        <p:spPr>
          <a:xfrm>
            <a:off x="551284" y="4740809"/>
            <a:ext cx="191238" cy="169989"/>
          </a:xfrm>
          <a:custGeom>
            <a:avLst/>
            <a:gdLst/>
            <a:ahLst/>
            <a:cxnLst/>
            <a:rect l="l" t="t" r="r" b="b"/>
            <a:pathLst>
              <a:path w="191238" h="169989" extrusionOk="0">
                <a:moveTo>
                  <a:pt x="170122" y="79682"/>
                </a:moveTo>
                <a:lnTo>
                  <a:pt x="111688" y="79682"/>
                </a:lnTo>
                <a:cubicBezTo>
                  <a:pt x="105812" y="79682"/>
                  <a:pt x="101064" y="74935"/>
                  <a:pt x="101064" y="69058"/>
                </a:cubicBezTo>
                <a:lnTo>
                  <a:pt x="101064" y="10624"/>
                </a:lnTo>
                <a:cubicBezTo>
                  <a:pt x="101064" y="4748"/>
                  <a:pt x="105845" y="-66"/>
                  <a:pt x="111655" y="697"/>
                </a:cubicBezTo>
                <a:cubicBezTo>
                  <a:pt x="147180" y="5412"/>
                  <a:pt x="175335" y="33566"/>
                  <a:pt x="180049" y="69091"/>
                </a:cubicBezTo>
                <a:cubicBezTo>
                  <a:pt x="180813" y="74901"/>
                  <a:pt x="175999" y="79682"/>
                  <a:pt x="170122" y="79682"/>
                </a:cubicBezTo>
                <a:close/>
                <a:moveTo>
                  <a:pt x="73905" y="12351"/>
                </a:moveTo>
                <a:cubicBezTo>
                  <a:pt x="79915" y="11089"/>
                  <a:pt x="85127" y="16003"/>
                  <a:pt x="85127" y="22145"/>
                </a:cubicBezTo>
                <a:lnTo>
                  <a:pt x="85127" y="87651"/>
                </a:lnTo>
                <a:cubicBezTo>
                  <a:pt x="85127" y="89510"/>
                  <a:pt x="85791" y="91303"/>
                  <a:pt x="86953" y="92730"/>
                </a:cubicBezTo>
                <a:lnTo>
                  <a:pt x="130812" y="145653"/>
                </a:lnTo>
                <a:cubicBezTo>
                  <a:pt x="134696" y="150334"/>
                  <a:pt x="133866" y="157406"/>
                  <a:pt x="128521" y="160294"/>
                </a:cubicBezTo>
                <a:cubicBezTo>
                  <a:pt x="117200" y="166470"/>
                  <a:pt x="104218" y="169989"/>
                  <a:pt x="90440" y="169989"/>
                </a:cubicBezTo>
                <a:cubicBezTo>
                  <a:pt x="46448" y="169989"/>
                  <a:pt x="10757" y="134298"/>
                  <a:pt x="10757" y="90307"/>
                </a:cubicBezTo>
                <a:cubicBezTo>
                  <a:pt x="10757" y="51960"/>
                  <a:pt x="37816" y="19954"/>
                  <a:pt x="73905" y="12351"/>
                </a:cubicBezTo>
                <a:close/>
                <a:moveTo>
                  <a:pt x="158634" y="95619"/>
                </a:moveTo>
                <a:lnTo>
                  <a:pt x="179883" y="95619"/>
                </a:lnTo>
                <a:cubicBezTo>
                  <a:pt x="186025" y="95619"/>
                  <a:pt x="190939" y="100831"/>
                  <a:pt x="189677" y="106841"/>
                </a:cubicBezTo>
                <a:cubicBezTo>
                  <a:pt x="186291" y="122910"/>
                  <a:pt x="178057" y="137187"/>
                  <a:pt x="166569" y="148076"/>
                </a:cubicBezTo>
                <a:cubicBezTo>
                  <a:pt x="162486" y="151961"/>
                  <a:pt x="156078" y="151131"/>
                  <a:pt x="152492" y="146782"/>
                </a:cubicBezTo>
                <a:lnTo>
                  <a:pt x="124471" y="113016"/>
                </a:lnTo>
                <a:cubicBezTo>
                  <a:pt x="118727" y="106077"/>
                  <a:pt x="123674" y="95619"/>
                  <a:pt x="132638" y="95619"/>
                </a:cubicBezTo>
                <a:lnTo>
                  <a:pt x="158601" y="9561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13"/>
          <p:cNvSpPr/>
          <p:nvPr/>
        </p:nvSpPr>
        <p:spPr>
          <a:xfrm>
            <a:off x="755507" y="4693589"/>
            <a:ext cx="4627483" cy="2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9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Free Tier Benefits</a:t>
            </a:r>
            <a:endParaRPr sz="1600" b="0" i="0" u="none" strike="noStrike" cap="none"/>
          </a:p>
        </p:txBody>
      </p:sp>
      <p:sp>
        <p:nvSpPr>
          <p:cNvPr id="663" name="Google Shape;663;p13"/>
          <p:cNvSpPr/>
          <p:nvPr/>
        </p:nvSpPr>
        <p:spPr>
          <a:xfrm>
            <a:off x="538299" y="5071343"/>
            <a:ext cx="4759696" cy="491080"/>
          </a:xfrm>
          <a:custGeom>
            <a:avLst/>
            <a:gdLst/>
            <a:ahLst/>
            <a:cxnLst/>
            <a:rect l="l" t="t" r="r" b="b"/>
            <a:pathLst>
              <a:path w="4759696" h="491080" extrusionOk="0">
                <a:moveTo>
                  <a:pt x="37774" y="0"/>
                </a:moveTo>
                <a:lnTo>
                  <a:pt x="4721923" y="0"/>
                </a:lnTo>
                <a:cubicBezTo>
                  <a:pt x="4742784" y="0"/>
                  <a:pt x="4759696" y="16912"/>
                  <a:pt x="4759696" y="37774"/>
                </a:cubicBezTo>
                <a:lnTo>
                  <a:pt x="4759696" y="453306"/>
                </a:lnTo>
                <a:cubicBezTo>
                  <a:pt x="4759696" y="474168"/>
                  <a:pt x="4742784" y="491080"/>
                  <a:pt x="4721923" y="491080"/>
                </a:cubicBezTo>
                <a:lnTo>
                  <a:pt x="37774" y="491080"/>
                </a:lnTo>
                <a:cubicBezTo>
                  <a:pt x="16926" y="491080"/>
                  <a:pt x="0" y="474154"/>
                  <a:pt x="0" y="453306"/>
                </a:cubicBezTo>
                <a:lnTo>
                  <a:pt x="0" y="37774"/>
                </a:lnTo>
                <a:cubicBezTo>
                  <a:pt x="0" y="16912"/>
                  <a:pt x="16912" y="0"/>
                  <a:pt x="3777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13"/>
          <p:cNvSpPr/>
          <p:nvPr/>
        </p:nvSpPr>
        <p:spPr>
          <a:xfrm>
            <a:off x="613850" y="5146894"/>
            <a:ext cx="821614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EC2 t3.micro</a:t>
            </a:r>
            <a:endParaRPr sz="1600" b="0" i="0" u="none" strike="noStrike" cap="none" dirty="0"/>
          </a:p>
        </p:txBody>
      </p:sp>
      <p:sp>
        <p:nvSpPr>
          <p:cNvPr id="665" name="Google Shape;665;p13"/>
          <p:cNvSpPr/>
          <p:nvPr/>
        </p:nvSpPr>
        <p:spPr>
          <a:xfrm>
            <a:off x="613850" y="5335771"/>
            <a:ext cx="812170" cy="15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2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750 hrs/month</a:t>
            </a:r>
            <a:endParaRPr sz="1600" b="0" i="0" u="none" strike="noStrike" cap="none"/>
          </a:p>
        </p:txBody>
      </p:sp>
      <p:sp>
        <p:nvSpPr>
          <p:cNvPr id="666" name="Google Shape;666;p13"/>
          <p:cNvSpPr/>
          <p:nvPr/>
        </p:nvSpPr>
        <p:spPr>
          <a:xfrm>
            <a:off x="5052160" y="5222445"/>
            <a:ext cx="236096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$0</a:t>
            </a:r>
            <a:endParaRPr sz="1600" b="0" i="0" u="none" strike="noStrike" cap="none"/>
          </a:p>
        </p:txBody>
      </p:sp>
      <p:sp>
        <p:nvSpPr>
          <p:cNvPr id="667" name="Google Shape;667;p13"/>
          <p:cNvSpPr/>
          <p:nvPr/>
        </p:nvSpPr>
        <p:spPr>
          <a:xfrm>
            <a:off x="538299" y="5637974"/>
            <a:ext cx="4759696" cy="491080"/>
          </a:xfrm>
          <a:custGeom>
            <a:avLst/>
            <a:gdLst/>
            <a:ahLst/>
            <a:cxnLst/>
            <a:rect l="l" t="t" r="r" b="b"/>
            <a:pathLst>
              <a:path w="4759696" h="491080" extrusionOk="0">
                <a:moveTo>
                  <a:pt x="37774" y="0"/>
                </a:moveTo>
                <a:lnTo>
                  <a:pt x="4721923" y="0"/>
                </a:lnTo>
                <a:cubicBezTo>
                  <a:pt x="4742784" y="0"/>
                  <a:pt x="4759696" y="16912"/>
                  <a:pt x="4759696" y="37774"/>
                </a:cubicBezTo>
                <a:lnTo>
                  <a:pt x="4759696" y="453306"/>
                </a:lnTo>
                <a:cubicBezTo>
                  <a:pt x="4759696" y="474168"/>
                  <a:pt x="4742784" y="491080"/>
                  <a:pt x="4721923" y="491080"/>
                </a:cubicBezTo>
                <a:lnTo>
                  <a:pt x="37774" y="491080"/>
                </a:lnTo>
                <a:cubicBezTo>
                  <a:pt x="16926" y="491080"/>
                  <a:pt x="0" y="474154"/>
                  <a:pt x="0" y="453306"/>
                </a:cubicBezTo>
                <a:lnTo>
                  <a:pt x="0" y="37774"/>
                </a:lnTo>
                <a:cubicBezTo>
                  <a:pt x="0" y="16912"/>
                  <a:pt x="16912" y="0"/>
                  <a:pt x="3777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13"/>
          <p:cNvSpPr/>
          <p:nvPr/>
        </p:nvSpPr>
        <p:spPr>
          <a:xfrm>
            <a:off x="613850" y="5713524"/>
            <a:ext cx="1019935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RDS db.t3.micro</a:t>
            </a:r>
            <a:endParaRPr sz="1600" b="0" i="0" u="none" strike="noStrike" cap="none"/>
          </a:p>
        </p:txBody>
      </p:sp>
      <p:sp>
        <p:nvSpPr>
          <p:cNvPr id="669" name="Google Shape;669;p13"/>
          <p:cNvSpPr/>
          <p:nvPr/>
        </p:nvSpPr>
        <p:spPr>
          <a:xfrm>
            <a:off x="613850" y="5902401"/>
            <a:ext cx="1010491" cy="15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2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750 hrs/month</a:t>
            </a:r>
            <a:endParaRPr sz="1600" b="0" i="0" u="none" strike="noStrike" cap="none"/>
          </a:p>
        </p:txBody>
      </p:sp>
      <p:sp>
        <p:nvSpPr>
          <p:cNvPr id="670" name="Google Shape;670;p13"/>
          <p:cNvSpPr/>
          <p:nvPr/>
        </p:nvSpPr>
        <p:spPr>
          <a:xfrm>
            <a:off x="5052160" y="5789075"/>
            <a:ext cx="236096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$0</a:t>
            </a:r>
            <a:endParaRPr sz="1600" b="0" i="0" u="none" strike="noStrike" cap="none"/>
          </a:p>
        </p:txBody>
      </p:sp>
      <p:sp>
        <p:nvSpPr>
          <p:cNvPr id="671" name="Google Shape;671;p13"/>
          <p:cNvSpPr/>
          <p:nvPr/>
        </p:nvSpPr>
        <p:spPr>
          <a:xfrm>
            <a:off x="538299" y="6204604"/>
            <a:ext cx="4759696" cy="491080"/>
          </a:xfrm>
          <a:custGeom>
            <a:avLst/>
            <a:gdLst/>
            <a:ahLst/>
            <a:cxnLst/>
            <a:rect l="l" t="t" r="r" b="b"/>
            <a:pathLst>
              <a:path w="4759696" h="491080" extrusionOk="0">
                <a:moveTo>
                  <a:pt x="37774" y="0"/>
                </a:moveTo>
                <a:lnTo>
                  <a:pt x="4721923" y="0"/>
                </a:lnTo>
                <a:cubicBezTo>
                  <a:pt x="4742784" y="0"/>
                  <a:pt x="4759696" y="16912"/>
                  <a:pt x="4759696" y="37774"/>
                </a:cubicBezTo>
                <a:lnTo>
                  <a:pt x="4759696" y="453306"/>
                </a:lnTo>
                <a:cubicBezTo>
                  <a:pt x="4759696" y="474168"/>
                  <a:pt x="4742784" y="491080"/>
                  <a:pt x="4721923" y="491080"/>
                </a:cubicBezTo>
                <a:lnTo>
                  <a:pt x="37774" y="491080"/>
                </a:lnTo>
                <a:cubicBezTo>
                  <a:pt x="16926" y="491080"/>
                  <a:pt x="0" y="474154"/>
                  <a:pt x="0" y="453306"/>
                </a:cubicBezTo>
                <a:lnTo>
                  <a:pt x="0" y="37774"/>
                </a:lnTo>
                <a:cubicBezTo>
                  <a:pt x="0" y="16912"/>
                  <a:pt x="16912" y="0"/>
                  <a:pt x="3777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3"/>
          <p:cNvSpPr/>
          <p:nvPr/>
        </p:nvSpPr>
        <p:spPr>
          <a:xfrm>
            <a:off x="613850" y="6280155"/>
            <a:ext cx="878277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CloudWatch</a:t>
            </a:r>
            <a:endParaRPr sz="1600" b="0" i="0" u="none" strike="noStrike" cap="none"/>
          </a:p>
        </p:txBody>
      </p:sp>
      <p:sp>
        <p:nvSpPr>
          <p:cNvPr id="673" name="Google Shape;673;p13"/>
          <p:cNvSpPr/>
          <p:nvPr/>
        </p:nvSpPr>
        <p:spPr>
          <a:xfrm>
            <a:off x="613850" y="6469032"/>
            <a:ext cx="868833" cy="15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2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Basic monitoring</a:t>
            </a:r>
            <a:endParaRPr sz="1600" b="0" i="0" u="none" strike="noStrike" cap="none"/>
          </a:p>
        </p:txBody>
      </p:sp>
      <p:sp>
        <p:nvSpPr>
          <p:cNvPr id="674" name="Google Shape;674;p13"/>
          <p:cNvSpPr/>
          <p:nvPr/>
        </p:nvSpPr>
        <p:spPr>
          <a:xfrm>
            <a:off x="5052160" y="6355706"/>
            <a:ext cx="236096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$0</a:t>
            </a:r>
            <a:endParaRPr sz="1600" b="0" i="0" u="none" strike="noStrike" cap="none"/>
          </a:p>
        </p:txBody>
      </p:sp>
      <p:sp>
        <p:nvSpPr>
          <p:cNvPr id="675" name="Google Shape;675;p13"/>
          <p:cNvSpPr/>
          <p:nvPr/>
        </p:nvSpPr>
        <p:spPr>
          <a:xfrm>
            <a:off x="5610527" y="1364635"/>
            <a:ext cx="6195160" cy="3635879"/>
          </a:xfrm>
          <a:custGeom>
            <a:avLst/>
            <a:gdLst/>
            <a:ahLst/>
            <a:cxnLst/>
            <a:rect l="l" t="t" r="r" b="b"/>
            <a:pathLst>
              <a:path w="6195160" h="3635879" extrusionOk="0">
                <a:moveTo>
                  <a:pt x="75554" y="0"/>
                </a:moveTo>
                <a:lnTo>
                  <a:pt x="6119607" y="0"/>
                </a:lnTo>
                <a:cubicBezTo>
                  <a:pt x="6161334" y="0"/>
                  <a:pt x="6195160" y="33826"/>
                  <a:pt x="6195160" y="75554"/>
                </a:cubicBezTo>
                <a:lnTo>
                  <a:pt x="6195160" y="3560326"/>
                </a:lnTo>
                <a:cubicBezTo>
                  <a:pt x="6195160" y="3602053"/>
                  <a:pt x="6161334" y="3635879"/>
                  <a:pt x="6119607" y="3635879"/>
                </a:cubicBezTo>
                <a:lnTo>
                  <a:pt x="75554" y="3635879"/>
                </a:lnTo>
                <a:cubicBezTo>
                  <a:pt x="33826" y="3635879"/>
                  <a:pt x="0" y="3602053"/>
                  <a:pt x="0" y="3560326"/>
                </a:cubicBezTo>
                <a:lnTo>
                  <a:pt x="0" y="75554"/>
                </a:lnTo>
                <a:cubicBezTo>
                  <a:pt x="0" y="33854"/>
                  <a:pt x="33854" y="0"/>
                  <a:pt x="75554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13"/>
          <p:cNvSpPr/>
          <p:nvPr/>
        </p:nvSpPr>
        <p:spPr>
          <a:xfrm>
            <a:off x="5811209" y="1567678"/>
            <a:ext cx="127492" cy="169989"/>
          </a:xfrm>
          <a:custGeom>
            <a:avLst/>
            <a:gdLst/>
            <a:ahLst/>
            <a:cxnLst/>
            <a:rect l="l" t="t" r="r" b="b"/>
            <a:pathLst>
              <a:path w="127492" h="169989" extrusionOk="0">
                <a:moveTo>
                  <a:pt x="97246" y="127492"/>
                </a:moveTo>
                <a:cubicBezTo>
                  <a:pt x="99669" y="120088"/>
                  <a:pt x="104517" y="113381"/>
                  <a:pt x="109995" y="107604"/>
                </a:cubicBezTo>
                <a:cubicBezTo>
                  <a:pt x="120852" y="96183"/>
                  <a:pt x="127492" y="80745"/>
                  <a:pt x="127492" y="63746"/>
                </a:cubicBezTo>
                <a:cubicBezTo>
                  <a:pt x="127492" y="28553"/>
                  <a:pt x="98939" y="0"/>
                  <a:pt x="63746" y="0"/>
                </a:cubicBezTo>
                <a:cubicBezTo>
                  <a:pt x="28553" y="0"/>
                  <a:pt x="0" y="28553"/>
                  <a:pt x="0" y="63746"/>
                </a:cubicBezTo>
                <a:cubicBezTo>
                  <a:pt x="0" y="80745"/>
                  <a:pt x="6640" y="96183"/>
                  <a:pt x="17497" y="107604"/>
                </a:cubicBezTo>
                <a:cubicBezTo>
                  <a:pt x="22975" y="113381"/>
                  <a:pt x="27856" y="120088"/>
                  <a:pt x="30246" y="127492"/>
                </a:cubicBezTo>
                <a:lnTo>
                  <a:pt x="97213" y="127492"/>
                </a:lnTo>
                <a:close/>
                <a:moveTo>
                  <a:pt x="95619" y="143428"/>
                </a:moveTo>
                <a:lnTo>
                  <a:pt x="31873" y="143428"/>
                </a:lnTo>
                <a:lnTo>
                  <a:pt x="31873" y="148741"/>
                </a:lnTo>
                <a:cubicBezTo>
                  <a:pt x="31873" y="163415"/>
                  <a:pt x="43759" y="175301"/>
                  <a:pt x="58434" y="175301"/>
                </a:cubicBezTo>
                <a:lnTo>
                  <a:pt x="69058" y="175301"/>
                </a:lnTo>
                <a:cubicBezTo>
                  <a:pt x="83733" y="175301"/>
                  <a:pt x="95619" y="163415"/>
                  <a:pt x="95619" y="148741"/>
                </a:cubicBezTo>
                <a:lnTo>
                  <a:pt x="95619" y="143428"/>
                </a:lnTo>
                <a:close/>
                <a:moveTo>
                  <a:pt x="61090" y="37185"/>
                </a:moveTo>
                <a:cubicBezTo>
                  <a:pt x="47876" y="37185"/>
                  <a:pt x="37185" y="47876"/>
                  <a:pt x="37185" y="61090"/>
                </a:cubicBezTo>
                <a:cubicBezTo>
                  <a:pt x="37185" y="65506"/>
                  <a:pt x="33633" y="69058"/>
                  <a:pt x="29217" y="69058"/>
                </a:cubicBezTo>
                <a:cubicBezTo>
                  <a:pt x="24801" y="69058"/>
                  <a:pt x="21249" y="65506"/>
                  <a:pt x="21249" y="61090"/>
                </a:cubicBezTo>
                <a:cubicBezTo>
                  <a:pt x="21249" y="39078"/>
                  <a:pt x="39078" y="21249"/>
                  <a:pt x="61090" y="21249"/>
                </a:cubicBezTo>
                <a:cubicBezTo>
                  <a:pt x="65506" y="21249"/>
                  <a:pt x="69058" y="24801"/>
                  <a:pt x="69058" y="29217"/>
                </a:cubicBezTo>
                <a:cubicBezTo>
                  <a:pt x="69058" y="33633"/>
                  <a:pt x="65506" y="37185"/>
                  <a:pt x="61090" y="37185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13"/>
          <p:cNvSpPr/>
          <p:nvPr/>
        </p:nvSpPr>
        <p:spPr>
          <a:xfrm>
            <a:off x="5983559" y="1520459"/>
            <a:ext cx="5751300" cy="2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9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Cost-Saving Strategies</a:t>
            </a:r>
            <a:endParaRPr sz="1600" b="0" i="0" u="none" strike="noStrike" cap="none"/>
          </a:p>
        </p:txBody>
      </p:sp>
      <p:sp>
        <p:nvSpPr>
          <p:cNvPr id="678" name="Google Shape;678;p13"/>
          <p:cNvSpPr/>
          <p:nvPr/>
        </p:nvSpPr>
        <p:spPr>
          <a:xfrm>
            <a:off x="5785239" y="1898212"/>
            <a:ext cx="5864626" cy="679957"/>
          </a:xfrm>
          <a:custGeom>
            <a:avLst/>
            <a:gdLst/>
            <a:ahLst/>
            <a:cxnLst/>
            <a:rect l="l" t="t" r="r" b="b"/>
            <a:pathLst>
              <a:path w="5864626" h="679957" extrusionOk="0">
                <a:moveTo>
                  <a:pt x="37775" y="0"/>
                </a:moveTo>
                <a:lnTo>
                  <a:pt x="5789076" y="0"/>
                </a:lnTo>
                <a:cubicBezTo>
                  <a:pt x="5830801" y="0"/>
                  <a:pt x="5864626" y="33825"/>
                  <a:pt x="5864626" y="75550"/>
                </a:cubicBezTo>
                <a:lnTo>
                  <a:pt x="5864626" y="604407"/>
                </a:lnTo>
                <a:cubicBezTo>
                  <a:pt x="5864626" y="646132"/>
                  <a:pt x="5830801" y="679957"/>
                  <a:pt x="5789076" y="679957"/>
                </a:cubicBezTo>
                <a:lnTo>
                  <a:pt x="37775" y="679957"/>
                </a:lnTo>
                <a:cubicBezTo>
                  <a:pt x="16927" y="679957"/>
                  <a:pt x="0" y="663030"/>
                  <a:pt x="0" y="642181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3"/>
          <p:cNvSpPr/>
          <p:nvPr/>
        </p:nvSpPr>
        <p:spPr>
          <a:xfrm>
            <a:off x="5785239" y="1898212"/>
            <a:ext cx="37775" cy="679957"/>
          </a:xfrm>
          <a:custGeom>
            <a:avLst/>
            <a:gdLst/>
            <a:ahLst/>
            <a:cxnLst/>
            <a:rect l="l" t="t" r="r" b="b"/>
            <a:pathLst>
              <a:path w="37775" h="679957" extrusionOk="0">
                <a:moveTo>
                  <a:pt x="37775" y="0"/>
                </a:moveTo>
                <a:lnTo>
                  <a:pt x="37775" y="0"/>
                </a:lnTo>
                <a:lnTo>
                  <a:pt x="37775" y="679957"/>
                </a:lnTo>
                <a:lnTo>
                  <a:pt x="37775" y="679957"/>
                </a:lnTo>
                <a:cubicBezTo>
                  <a:pt x="16927" y="679957"/>
                  <a:pt x="0" y="663030"/>
                  <a:pt x="0" y="642181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13"/>
          <p:cNvSpPr/>
          <p:nvPr/>
        </p:nvSpPr>
        <p:spPr>
          <a:xfrm>
            <a:off x="5945784" y="2049314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 extrusionOk="0">
                <a:moveTo>
                  <a:pt x="18888" y="9444"/>
                </a:moveTo>
                <a:cubicBezTo>
                  <a:pt x="8470" y="9444"/>
                  <a:pt x="0" y="17914"/>
                  <a:pt x="0" y="28332"/>
                </a:cubicBezTo>
                <a:lnTo>
                  <a:pt x="0" y="47219"/>
                </a:lnTo>
                <a:cubicBezTo>
                  <a:pt x="0" y="57637"/>
                  <a:pt x="8470" y="66107"/>
                  <a:pt x="18888" y="66107"/>
                </a:cubicBezTo>
                <a:lnTo>
                  <a:pt x="113326" y="66107"/>
                </a:lnTo>
                <a:cubicBezTo>
                  <a:pt x="123744" y="66107"/>
                  <a:pt x="132214" y="57637"/>
                  <a:pt x="132214" y="47219"/>
                </a:cubicBezTo>
                <a:lnTo>
                  <a:pt x="132214" y="28332"/>
                </a:lnTo>
                <a:cubicBezTo>
                  <a:pt x="132214" y="17914"/>
                  <a:pt x="123744" y="9444"/>
                  <a:pt x="113326" y="9444"/>
                </a:cubicBezTo>
                <a:lnTo>
                  <a:pt x="18888" y="9444"/>
                </a:lnTo>
                <a:close/>
                <a:moveTo>
                  <a:pt x="82634" y="30692"/>
                </a:moveTo>
                <a:cubicBezTo>
                  <a:pt x="86543" y="30692"/>
                  <a:pt x="89716" y="33866"/>
                  <a:pt x="89716" y="37775"/>
                </a:cubicBezTo>
                <a:cubicBezTo>
                  <a:pt x="89716" y="41685"/>
                  <a:pt x="86543" y="44858"/>
                  <a:pt x="82634" y="44858"/>
                </a:cubicBezTo>
                <a:cubicBezTo>
                  <a:pt x="78724" y="44858"/>
                  <a:pt x="75551" y="41685"/>
                  <a:pt x="75551" y="37775"/>
                </a:cubicBezTo>
                <a:cubicBezTo>
                  <a:pt x="75551" y="33866"/>
                  <a:pt x="78724" y="30692"/>
                  <a:pt x="82634" y="30692"/>
                </a:cubicBezTo>
                <a:close/>
                <a:moveTo>
                  <a:pt x="99160" y="37775"/>
                </a:moveTo>
                <a:cubicBezTo>
                  <a:pt x="99160" y="33866"/>
                  <a:pt x="102334" y="30692"/>
                  <a:pt x="106243" y="30692"/>
                </a:cubicBezTo>
                <a:cubicBezTo>
                  <a:pt x="110152" y="30692"/>
                  <a:pt x="113326" y="33866"/>
                  <a:pt x="113326" y="37775"/>
                </a:cubicBezTo>
                <a:cubicBezTo>
                  <a:pt x="113326" y="41685"/>
                  <a:pt x="110152" y="44858"/>
                  <a:pt x="106243" y="44858"/>
                </a:cubicBezTo>
                <a:cubicBezTo>
                  <a:pt x="102334" y="44858"/>
                  <a:pt x="99160" y="41685"/>
                  <a:pt x="99160" y="37775"/>
                </a:cubicBezTo>
                <a:close/>
                <a:moveTo>
                  <a:pt x="18888" y="84995"/>
                </a:moveTo>
                <a:cubicBezTo>
                  <a:pt x="8470" y="84995"/>
                  <a:pt x="0" y="93465"/>
                  <a:pt x="0" y="103882"/>
                </a:cubicBezTo>
                <a:lnTo>
                  <a:pt x="0" y="122770"/>
                </a:lnTo>
                <a:cubicBezTo>
                  <a:pt x="0" y="133188"/>
                  <a:pt x="8470" y="141658"/>
                  <a:pt x="18888" y="141658"/>
                </a:cubicBezTo>
                <a:lnTo>
                  <a:pt x="113326" y="141658"/>
                </a:lnTo>
                <a:cubicBezTo>
                  <a:pt x="123744" y="141658"/>
                  <a:pt x="132214" y="133188"/>
                  <a:pt x="132214" y="122770"/>
                </a:cubicBezTo>
                <a:lnTo>
                  <a:pt x="132214" y="103882"/>
                </a:lnTo>
                <a:cubicBezTo>
                  <a:pt x="132214" y="93465"/>
                  <a:pt x="123744" y="84995"/>
                  <a:pt x="113326" y="84995"/>
                </a:cubicBezTo>
                <a:lnTo>
                  <a:pt x="18888" y="84995"/>
                </a:lnTo>
                <a:close/>
                <a:moveTo>
                  <a:pt x="82634" y="106243"/>
                </a:moveTo>
                <a:cubicBezTo>
                  <a:pt x="86543" y="106243"/>
                  <a:pt x="89716" y="109417"/>
                  <a:pt x="89716" y="113326"/>
                </a:cubicBezTo>
                <a:cubicBezTo>
                  <a:pt x="89716" y="117235"/>
                  <a:pt x="86543" y="120409"/>
                  <a:pt x="82634" y="120409"/>
                </a:cubicBezTo>
                <a:cubicBezTo>
                  <a:pt x="78724" y="120409"/>
                  <a:pt x="75551" y="117235"/>
                  <a:pt x="75551" y="113326"/>
                </a:cubicBezTo>
                <a:cubicBezTo>
                  <a:pt x="75551" y="109417"/>
                  <a:pt x="78724" y="106243"/>
                  <a:pt x="82634" y="106243"/>
                </a:cubicBezTo>
                <a:close/>
                <a:moveTo>
                  <a:pt x="99160" y="113326"/>
                </a:moveTo>
                <a:cubicBezTo>
                  <a:pt x="99160" y="109417"/>
                  <a:pt x="102334" y="106243"/>
                  <a:pt x="106243" y="106243"/>
                </a:cubicBezTo>
                <a:cubicBezTo>
                  <a:pt x="110152" y="106243"/>
                  <a:pt x="113326" y="109417"/>
                  <a:pt x="113326" y="113326"/>
                </a:cubicBezTo>
                <a:cubicBezTo>
                  <a:pt x="113326" y="117235"/>
                  <a:pt x="110152" y="120409"/>
                  <a:pt x="106243" y="120409"/>
                </a:cubicBezTo>
                <a:cubicBezTo>
                  <a:pt x="102334" y="120409"/>
                  <a:pt x="99160" y="117235"/>
                  <a:pt x="99160" y="113326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3"/>
          <p:cNvSpPr/>
          <p:nvPr/>
        </p:nvSpPr>
        <p:spPr>
          <a:xfrm>
            <a:off x="6181880" y="2011538"/>
            <a:ext cx="1529902" cy="22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Right-Sized Instances</a:t>
            </a:r>
            <a:endParaRPr sz="1600" b="0" i="0" u="none" strike="noStrike" cap="none"/>
          </a:p>
        </p:txBody>
      </p:sp>
      <p:sp>
        <p:nvSpPr>
          <p:cNvPr id="682" name="Google Shape;682;p13"/>
          <p:cNvSpPr/>
          <p:nvPr/>
        </p:nvSpPr>
        <p:spPr>
          <a:xfrm>
            <a:off x="5917452" y="2275966"/>
            <a:ext cx="5685193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t3.micro and db.t3.micro provide sufficient resources for bot workload</a:t>
            </a:r>
            <a:endParaRPr sz="1600" b="0" i="0" u="none" strike="noStrike" cap="none" dirty="0"/>
          </a:p>
        </p:txBody>
      </p:sp>
      <p:sp>
        <p:nvSpPr>
          <p:cNvPr id="683" name="Google Shape;683;p13"/>
          <p:cNvSpPr/>
          <p:nvPr/>
        </p:nvSpPr>
        <p:spPr>
          <a:xfrm>
            <a:off x="5785239" y="2653720"/>
            <a:ext cx="5864626" cy="679957"/>
          </a:xfrm>
          <a:custGeom>
            <a:avLst/>
            <a:gdLst/>
            <a:ahLst/>
            <a:cxnLst/>
            <a:rect l="l" t="t" r="r" b="b"/>
            <a:pathLst>
              <a:path w="5864626" h="679957" extrusionOk="0">
                <a:moveTo>
                  <a:pt x="37775" y="0"/>
                </a:moveTo>
                <a:lnTo>
                  <a:pt x="5789076" y="0"/>
                </a:lnTo>
                <a:cubicBezTo>
                  <a:pt x="5830801" y="0"/>
                  <a:pt x="5864626" y="33825"/>
                  <a:pt x="5864626" y="75550"/>
                </a:cubicBezTo>
                <a:lnTo>
                  <a:pt x="5864626" y="604407"/>
                </a:lnTo>
                <a:cubicBezTo>
                  <a:pt x="5864626" y="646132"/>
                  <a:pt x="5830801" y="679957"/>
                  <a:pt x="5789076" y="679957"/>
                </a:cubicBezTo>
                <a:lnTo>
                  <a:pt x="37775" y="679957"/>
                </a:lnTo>
                <a:cubicBezTo>
                  <a:pt x="16927" y="679957"/>
                  <a:pt x="0" y="663030"/>
                  <a:pt x="0" y="642181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3"/>
          <p:cNvSpPr/>
          <p:nvPr/>
        </p:nvSpPr>
        <p:spPr>
          <a:xfrm>
            <a:off x="5785239" y="2653720"/>
            <a:ext cx="37775" cy="679957"/>
          </a:xfrm>
          <a:custGeom>
            <a:avLst/>
            <a:gdLst/>
            <a:ahLst/>
            <a:cxnLst/>
            <a:rect l="l" t="t" r="r" b="b"/>
            <a:pathLst>
              <a:path w="37775" h="679957" extrusionOk="0">
                <a:moveTo>
                  <a:pt x="37775" y="0"/>
                </a:moveTo>
                <a:lnTo>
                  <a:pt x="37775" y="0"/>
                </a:lnTo>
                <a:lnTo>
                  <a:pt x="37775" y="679957"/>
                </a:lnTo>
                <a:lnTo>
                  <a:pt x="37775" y="679957"/>
                </a:lnTo>
                <a:cubicBezTo>
                  <a:pt x="16927" y="679957"/>
                  <a:pt x="0" y="663030"/>
                  <a:pt x="0" y="642181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3"/>
          <p:cNvSpPr/>
          <p:nvPr/>
        </p:nvSpPr>
        <p:spPr>
          <a:xfrm>
            <a:off x="5945784" y="2804821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 extrusionOk="0">
                <a:moveTo>
                  <a:pt x="132214" y="60736"/>
                </a:moveTo>
                <a:cubicBezTo>
                  <a:pt x="127846" y="63628"/>
                  <a:pt x="122829" y="65959"/>
                  <a:pt x="117605" y="67819"/>
                </a:cubicBezTo>
                <a:cubicBezTo>
                  <a:pt x="103735" y="72777"/>
                  <a:pt x="85526" y="75551"/>
                  <a:pt x="66107" y="75551"/>
                </a:cubicBezTo>
                <a:cubicBezTo>
                  <a:pt x="46688" y="75551"/>
                  <a:pt x="28450" y="72747"/>
                  <a:pt x="14608" y="67819"/>
                </a:cubicBezTo>
                <a:cubicBezTo>
                  <a:pt x="9414" y="65959"/>
                  <a:pt x="4368" y="63628"/>
                  <a:pt x="0" y="60736"/>
                </a:cubicBezTo>
                <a:lnTo>
                  <a:pt x="0" y="84995"/>
                </a:lnTo>
                <a:cubicBezTo>
                  <a:pt x="0" y="98039"/>
                  <a:pt x="29601" y="108604"/>
                  <a:pt x="66107" y="108604"/>
                </a:cubicBezTo>
                <a:cubicBezTo>
                  <a:pt x="102613" y="108604"/>
                  <a:pt x="132214" y="98039"/>
                  <a:pt x="132214" y="84995"/>
                </a:cubicBezTo>
                <a:lnTo>
                  <a:pt x="132214" y="60736"/>
                </a:lnTo>
                <a:close/>
                <a:moveTo>
                  <a:pt x="132214" y="37775"/>
                </a:moveTo>
                <a:lnTo>
                  <a:pt x="132214" y="23610"/>
                </a:lnTo>
                <a:cubicBezTo>
                  <a:pt x="132214" y="10565"/>
                  <a:pt x="102613" y="0"/>
                  <a:pt x="66107" y="0"/>
                </a:cubicBezTo>
                <a:cubicBezTo>
                  <a:pt x="29601" y="0"/>
                  <a:pt x="0" y="10565"/>
                  <a:pt x="0" y="23610"/>
                </a:cubicBezTo>
                <a:lnTo>
                  <a:pt x="0" y="37775"/>
                </a:lnTo>
                <a:cubicBezTo>
                  <a:pt x="0" y="50820"/>
                  <a:pt x="29601" y="61385"/>
                  <a:pt x="66107" y="61385"/>
                </a:cubicBezTo>
                <a:cubicBezTo>
                  <a:pt x="102613" y="61385"/>
                  <a:pt x="132214" y="50820"/>
                  <a:pt x="132214" y="37775"/>
                </a:cubicBezTo>
                <a:close/>
                <a:moveTo>
                  <a:pt x="117605" y="115038"/>
                </a:moveTo>
                <a:cubicBezTo>
                  <a:pt x="103764" y="119966"/>
                  <a:pt x="85555" y="122770"/>
                  <a:pt x="66107" y="122770"/>
                </a:cubicBezTo>
                <a:cubicBezTo>
                  <a:pt x="46658" y="122770"/>
                  <a:pt x="28450" y="119966"/>
                  <a:pt x="14608" y="115038"/>
                </a:cubicBezTo>
                <a:cubicBezTo>
                  <a:pt x="9414" y="113179"/>
                  <a:pt x="4368" y="110847"/>
                  <a:pt x="0" y="107955"/>
                </a:cubicBezTo>
                <a:lnTo>
                  <a:pt x="0" y="127492"/>
                </a:lnTo>
                <a:cubicBezTo>
                  <a:pt x="0" y="140536"/>
                  <a:pt x="29601" y="151101"/>
                  <a:pt x="66107" y="151101"/>
                </a:cubicBezTo>
                <a:cubicBezTo>
                  <a:pt x="102613" y="151101"/>
                  <a:pt x="132214" y="140536"/>
                  <a:pt x="132214" y="127492"/>
                </a:cubicBezTo>
                <a:lnTo>
                  <a:pt x="132214" y="107955"/>
                </a:lnTo>
                <a:cubicBezTo>
                  <a:pt x="127846" y="110847"/>
                  <a:pt x="122829" y="113179"/>
                  <a:pt x="117605" y="115038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3"/>
          <p:cNvSpPr/>
          <p:nvPr/>
        </p:nvSpPr>
        <p:spPr>
          <a:xfrm>
            <a:off x="6181880" y="2767046"/>
            <a:ext cx="1189924" cy="22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Efficient Queries</a:t>
            </a:r>
            <a:endParaRPr sz="1600" b="0" i="0" u="none" strike="noStrike" cap="none"/>
          </a:p>
        </p:txBody>
      </p:sp>
      <p:sp>
        <p:nvSpPr>
          <p:cNvPr id="687" name="Google Shape;687;p13"/>
          <p:cNvSpPr/>
          <p:nvPr/>
        </p:nvSpPr>
        <p:spPr>
          <a:xfrm>
            <a:off x="5917452" y="3031473"/>
            <a:ext cx="5685193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Optimized SQL queries minimize database compute time</a:t>
            </a:r>
            <a:endParaRPr sz="1600" b="0" i="0" u="none" strike="noStrike" cap="none"/>
          </a:p>
        </p:txBody>
      </p:sp>
      <p:sp>
        <p:nvSpPr>
          <p:cNvPr id="688" name="Google Shape;688;p13"/>
          <p:cNvSpPr/>
          <p:nvPr/>
        </p:nvSpPr>
        <p:spPr>
          <a:xfrm>
            <a:off x="5785239" y="3409227"/>
            <a:ext cx="5864626" cy="679957"/>
          </a:xfrm>
          <a:custGeom>
            <a:avLst/>
            <a:gdLst/>
            <a:ahLst/>
            <a:cxnLst/>
            <a:rect l="l" t="t" r="r" b="b"/>
            <a:pathLst>
              <a:path w="5864626" h="679957" extrusionOk="0">
                <a:moveTo>
                  <a:pt x="37775" y="0"/>
                </a:moveTo>
                <a:lnTo>
                  <a:pt x="5789076" y="0"/>
                </a:lnTo>
                <a:cubicBezTo>
                  <a:pt x="5830801" y="0"/>
                  <a:pt x="5864626" y="33825"/>
                  <a:pt x="5864626" y="75550"/>
                </a:cubicBezTo>
                <a:lnTo>
                  <a:pt x="5864626" y="604407"/>
                </a:lnTo>
                <a:cubicBezTo>
                  <a:pt x="5864626" y="646132"/>
                  <a:pt x="5830801" y="679957"/>
                  <a:pt x="5789076" y="679957"/>
                </a:cubicBezTo>
                <a:lnTo>
                  <a:pt x="37775" y="679957"/>
                </a:lnTo>
                <a:cubicBezTo>
                  <a:pt x="16927" y="679957"/>
                  <a:pt x="0" y="663030"/>
                  <a:pt x="0" y="642181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3"/>
          <p:cNvSpPr/>
          <p:nvPr/>
        </p:nvSpPr>
        <p:spPr>
          <a:xfrm>
            <a:off x="5785239" y="3409227"/>
            <a:ext cx="37775" cy="679957"/>
          </a:xfrm>
          <a:custGeom>
            <a:avLst/>
            <a:gdLst/>
            <a:ahLst/>
            <a:cxnLst/>
            <a:rect l="l" t="t" r="r" b="b"/>
            <a:pathLst>
              <a:path w="37775" h="679957" extrusionOk="0">
                <a:moveTo>
                  <a:pt x="37775" y="0"/>
                </a:moveTo>
                <a:lnTo>
                  <a:pt x="37775" y="0"/>
                </a:lnTo>
                <a:lnTo>
                  <a:pt x="37775" y="679957"/>
                </a:lnTo>
                <a:lnTo>
                  <a:pt x="37775" y="679957"/>
                </a:lnTo>
                <a:cubicBezTo>
                  <a:pt x="16927" y="679957"/>
                  <a:pt x="0" y="663030"/>
                  <a:pt x="0" y="642181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3"/>
          <p:cNvSpPr/>
          <p:nvPr/>
        </p:nvSpPr>
        <p:spPr>
          <a:xfrm>
            <a:off x="5936340" y="3560328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 extrusionOk="0">
                <a:moveTo>
                  <a:pt x="19448" y="67435"/>
                </a:moveTo>
                <a:cubicBezTo>
                  <a:pt x="23374" y="39989"/>
                  <a:pt x="47013" y="18888"/>
                  <a:pt x="75551" y="18888"/>
                </a:cubicBezTo>
                <a:cubicBezTo>
                  <a:pt x="91192" y="18888"/>
                  <a:pt x="105358" y="25233"/>
                  <a:pt x="115628" y="35473"/>
                </a:cubicBezTo>
                <a:cubicBezTo>
                  <a:pt x="115687" y="35532"/>
                  <a:pt x="115746" y="35591"/>
                  <a:pt x="115805" y="35651"/>
                </a:cubicBezTo>
                <a:lnTo>
                  <a:pt x="118048" y="37775"/>
                </a:lnTo>
                <a:lnTo>
                  <a:pt x="103912" y="37775"/>
                </a:lnTo>
                <a:cubicBezTo>
                  <a:pt x="98688" y="37775"/>
                  <a:pt x="94468" y="41996"/>
                  <a:pt x="94468" y="47219"/>
                </a:cubicBezTo>
                <a:cubicBezTo>
                  <a:pt x="94468" y="52443"/>
                  <a:pt x="98688" y="56663"/>
                  <a:pt x="103912" y="56663"/>
                </a:cubicBezTo>
                <a:lnTo>
                  <a:pt x="141687" y="56663"/>
                </a:lnTo>
                <a:cubicBezTo>
                  <a:pt x="146911" y="56663"/>
                  <a:pt x="151131" y="52443"/>
                  <a:pt x="151131" y="47219"/>
                </a:cubicBezTo>
                <a:lnTo>
                  <a:pt x="151131" y="9444"/>
                </a:lnTo>
                <a:cubicBezTo>
                  <a:pt x="151131" y="4220"/>
                  <a:pt x="146911" y="0"/>
                  <a:pt x="141687" y="0"/>
                </a:cubicBezTo>
                <a:cubicBezTo>
                  <a:pt x="136464" y="0"/>
                  <a:pt x="132243" y="4220"/>
                  <a:pt x="132243" y="9444"/>
                </a:cubicBezTo>
                <a:lnTo>
                  <a:pt x="132243" y="25203"/>
                </a:lnTo>
                <a:lnTo>
                  <a:pt x="128908" y="22045"/>
                </a:lnTo>
                <a:cubicBezTo>
                  <a:pt x="115244" y="8440"/>
                  <a:pt x="96357" y="0"/>
                  <a:pt x="75551" y="0"/>
                </a:cubicBezTo>
                <a:cubicBezTo>
                  <a:pt x="37480" y="0"/>
                  <a:pt x="5991" y="28154"/>
                  <a:pt x="767" y="64779"/>
                </a:cubicBezTo>
                <a:cubicBezTo>
                  <a:pt x="30" y="69943"/>
                  <a:pt x="3600" y="74724"/>
                  <a:pt x="8765" y="75462"/>
                </a:cubicBezTo>
                <a:cubicBezTo>
                  <a:pt x="13930" y="76200"/>
                  <a:pt x="18711" y="72600"/>
                  <a:pt x="19448" y="67464"/>
                </a:cubicBezTo>
                <a:close/>
                <a:moveTo>
                  <a:pt x="150334" y="86323"/>
                </a:moveTo>
                <a:cubicBezTo>
                  <a:pt x="151072" y="81158"/>
                  <a:pt x="147471" y="76377"/>
                  <a:pt x="142336" y="75639"/>
                </a:cubicBezTo>
                <a:cubicBezTo>
                  <a:pt x="137201" y="74901"/>
                  <a:pt x="132391" y="78502"/>
                  <a:pt x="131653" y="83637"/>
                </a:cubicBezTo>
                <a:cubicBezTo>
                  <a:pt x="127728" y="111083"/>
                  <a:pt x="104089" y="132184"/>
                  <a:pt x="75551" y="132184"/>
                </a:cubicBezTo>
                <a:cubicBezTo>
                  <a:pt x="59909" y="132184"/>
                  <a:pt x="45744" y="125839"/>
                  <a:pt x="35473" y="115599"/>
                </a:cubicBezTo>
                <a:cubicBezTo>
                  <a:pt x="35414" y="115540"/>
                  <a:pt x="35355" y="115480"/>
                  <a:pt x="35296" y="115421"/>
                </a:cubicBezTo>
                <a:lnTo>
                  <a:pt x="33053" y="113297"/>
                </a:lnTo>
                <a:lnTo>
                  <a:pt x="47190" y="113297"/>
                </a:lnTo>
                <a:cubicBezTo>
                  <a:pt x="52413" y="113297"/>
                  <a:pt x="56634" y="109076"/>
                  <a:pt x="56634" y="103853"/>
                </a:cubicBezTo>
                <a:cubicBezTo>
                  <a:pt x="56634" y="98629"/>
                  <a:pt x="52413" y="94409"/>
                  <a:pt x="47190" y="94409"/>
                </a:cubicBezTo>
                <a:lnTo>
                  <a:pt x="9444" y="94438"/>
                </a:lnTo>
                <a:cubicBezTo>
                  <a:pt x="6935" y="94438"/>
                  <a:pt x="4515" y="95442"/>
                  <a:pt x="2745" y="97242"/>
                </a:cubicBezTo>
                <a:cubicBezTo>
                  <a:pt x="974" y="99042"/>
                  <a:pt x="-30" y="101433"/>
                  <a:pt x="0" y="103971"/>
                </a:cubicBezTo>
                <a:lnTo>
                  <a:pt x="295" y="141451"/>
                </a:lnTo>
                <a:cubicBezTo>
                  <a:pt x="325" y="146675"/>
                  <a:pt x="4604" y="150865"/>
                  <a:pt x="9827" y="150806"/>
                </a:cubicBezTo>
                <a:cubicBezTo>
                  <a:pt x="15051" y="150747"/>
                  <a:pt x="19242" y="146498"/>
                  <a:pt x="19183" y="141274"/>
                </a:cubicBezTo>
                <a:lnTo>
                  <a:pt x="19065" y="126075"/>
                </a:lnTo>
                <a:lnTo>
                  <a:pt x="22223" y="129056"/>
                </a:lnTo>
                <a:cubicBezTo>
                  <a:pt x="35887" y="142661"/>
                  <a:pt x="54745" y="151101"/>
                  <a:pt x="75551" y="151101"/>
                </a:cubicBezTo>
                <a:cubicBezTo>
                  <a:pt x="113621" y="151101"/>
                  <a:pt x="145111" y="122947"/>
                  <a:pt x="150334" y="86323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3"/>
          <p:cNvSpPr/>
          <p:nvPr/>
        </p:nvSpPr>
        <p:spPr>
          <a:xfrm>
            <a:off x="6181880" y="3522553"/>
            <a:ext cx="1426020" cy="22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Container Efficiency</a:t>
            </a:r>
            <a:endParaRPr sz="1600" b="0" i="0" u="none" strike="noStrike" cap="none"/>
          </a:p>
        </p:txBody>
      </p:sp>
      <p:sp>
        <p:nvSpPr>
          <p:cNvPr id="692" name="Google Shape;692;p13"/>
          <p:cNvSpPr/>
          <p:nvPr/>
        </p:nvSpPr>
        <p:spPr>
          <a:xfrm>
            <a:off x="5917452" y="3786981"/>
            <a:ext cx="5685193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ensures consistent, lightweight deployment</a:t>
            </a:r>
            <a:endParaRPr sz="1600" b="0" i="0" u="none" strike="noStrike" cap="none"/>
          </a:p>
        </p:txBody>
      </p:sp>
      <p:sp>
        <p:nvSpPr>
          <p:cNvPr id="693" name="Google Shape;693;p13"/>
          <p:cNvSpPr/>
          <p:nvPr/>
        </p:nvSpPr>
        <p:spPr>
          <a:xfrm>
            <a:off x="5785239" y="4164734"/>
            <a:ext cx="5864626" cy="679957"/>
          </a:xfrm>
          <a:custGeom>
            <a:avLst/>
            <a:gdLst/>
            <a:ahLst/>
            <a:cxnLst/>
            <a:rect l="l" t="t" r="r" b="b"/>
            <a:pathLst>
              <a:path w="5864626" h="679957" extrusionOk="0">
                <a:moveTo>
                  <a:pt x="37775" y="0"/>
                </a:moveTo>
                <a:lnTo>
                  <a:pt x="5789076" y="0"/>
                </a:lnTo>
                <a:cubicBezTo>
                  <a:pt x="5830801" y="0"/>
                  <a:pt x="5864626" y="33825"/>
                  <a:pt x="5864626" y="75550"/>
                </a:cubicBezTo>
                <a:lnTo>
                  <a:pt x="5864626" y="604407"/>
                </a:lnTo>
                <a:cubicBezTo>
                  <a:pt x="5864626" y="646132"/>
                  <a:pt x="5830801" y="679957"/>
                  <a:pt x="5789076" y="679957"/>
                </a:cubicBezTo>
                <a:lnTo>
                  <a:pt x="37775" y="679957"/>
                </a:lnTo>
                <a:cubicBezTo>
                  <a:pt x="16927" y="679957"/>
                  <a:pt x="0" y="663030"/>
                  <a:pt x="0" y="642181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3"/>
          <p:cNvSpPr/>
          <p:nvPr/>
        </p:nvSpPr>
        <p:spPr>
          <a:xfrm>
            <a:off x="5785239" y="4164734"/>
            <a:ext cx="37775" cy="679957"/>
          </a:xfrm>
          <a:custGeom>
            <a:avLst/>
            <a:gdLst/>
            <a:ahLst/>
            <a:cxnLst/>
            <a:rect l="l" t="t" r="r" b="b"/>
            <a:pathLst>
              <a:path w="37775" h="679957" extrusionOk="0">
                <a:moveTo>
                  <a:pt x="37775" y="0"/>
                </a:moveTo>
                <a:lnTo>
                  <a:pt x="37775" y="0"/>
                </a:lnTo>
                <a:lnTo>
                  <a:pt x="37775" y="679957"/>
                </a:lnTo>
                <a:lnTo>
                  <a:pt x="37775" y="679957"/>
                </a:lnTo>
                <a:cubicBezTo>
                  <a:pt x="16927" y="679957"/>
                  <a:pt x="0" y="663030"/>
                  <a:pt x="0" y="642181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3"/>
          <p:cNvSpPr/>
          <p:nvPr/>
        </p:nvSpPr>
        <p:spPr>
          <a:xfrm>
            <a:off x="5945784" y="4315836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 extrusionOk="0">
                <a:moveTo>
                  <a:pt x="66107" y="0"/>
                </a:moveTo>
                <a:cubicBezTo>
                  <a:pt x="60883" y="0"/>
                  <a:pt x="56663" y="4220"/>
                  <a:pt x="56663" y="9444"/>
                </a:cubicBezTo>
                <a:lnTo>
                  <a:pt x="56663" y="10388"/>
                </a:lnTo>
                <a:cubicBezTo>
                  <a:pt x="35119" y="14756"/>
                  <a:pt x="18888" y="33821"/>
                  <a:pt x="18888" y="56663"/>
                </a:cubicBezTo>
                <a:lnTo>
                  <a:pt x="18888" y="63067"/>
                </a:lnTo>
                <a:cubicBezTo>
                  <a:pt x="18888" y="77262"/>
                  <a:pt x="14048" y="91045"/>
                  <a:pt x="5194" y="102141"/>
                </a:cubicBezTo>
                <a:lnTo>
                  <a:pt x="2302" y="105742"/>
                </a:lnTo>
                <a:cubicBezTo>
                  <a:pt x="797" y="107601"/>
                  <a:pt x="0" y="109903"/>
                  <a:pt x="0" y="112293"/>
                </a:cubicBezTo>
                <a:cubicBezTo>
                  <a:pt x="0" y="118078"/>
                  <a:pt x="4692" y="122770"/>
                  <a:pt x="10477" y="122770"/>
                </a:cubicBezTo>
                <a:lnTo>
                  <a:pt x="121708" y="122770"/>
                </a:lnTo>
                <a:cubicBezTo>
                  <a:pt x="127492" y="122770"/>
                  <a:pt x="132184" y="118078"/>
                  <a:pt x="132184" y="112293"/>
                </a:cubicBezTo>
                <a:cubicBezTo>
                  <a:pt x="132184" y="109903"/>
                  <a:pt x="131387" y="107601"/>
                  <a:pt x="129882" y="105742"/>
                </a:cubicBezTo>
                <a:lnTo>
                  <a:pt x="126990" y="102141"/>
                </a:lnTo>
                <a:cubicBezTo>
                  <a:pt x="118166" y="91045"/>
                  <a:pt x="113326" y="77262"/>
                  <a:pt x="113326" y="63067"/>
                </a:cubicBezTo>
                <a:lnTo>
                  <a:pt x="113326" y="56663"/>
                </a:lnTo>
                <a:cubicBezTo>
                  <a:pt x="113326" y="33821"/>
                  <a:pt x="97095" y="14756"/>
                  <a:pt x="75551" y="10388"/>
                </a:cubicBezTo>
                <a:lnTo>
                  <a:pt x="75551" y="9444"/>
                </a:lnTo>
                <a:cubicBezTo>
                  <a:pt x="75551" y="4220"/>
                  <a:pt x="71331" y="0"/>
                  <a:pt x="66107" y="0"/>
                </a:cubicBezTo>
                <a:close/>
                <a:moveTo>
                  <a:pt x="47809" y="136936"/>
                </a:moveTo>
                <a:cubicBezTo>
                  <a:pt x="49905" y="145081"/>
                  <a:pt x="57312" y="151101"/>
                  <a:pt x="66107" y="151101"/>
                </a:cubicBezTo>
                <a:cubicBezTo>
                  <a:pt x="74901" y="151101"/>
                  <a:pt x="82309" y="145081"/>
                  <a:pt x="84404" y="136936"/>
                </a:cubicBezTo>
                <a:lnTo>
                  <a:pt x="47809" y="136936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3"/>
          <p:cNvSpPr/>
          <p:nvPr/>
        </p:nvSpPr>
        <p:spPr>
          <a:xfrm>
            <a:off x="6181880" y="4278060"/>
            <a:ext cx="906609" cy="22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Billing Alerts</a:t>
            </a:r>
            <a:endParaRPr sz="1600" b="0" i="0" u="none" strike="noStrike" cap="none"/>
          </a:p>
        </p:txBody>
      </p:sp>
      <p:sp>
        <p:nvSpPr>
          <p:cNvPr id="697" name="Google Shape;697;p13"/>
          <p:cNvSpPr/>
          <p:nvPr/>
        </p:nvSpPr>
        <p:spPr>
          <a:xfrm>
            <a:off x="5917452" y="4542488"/>
            <a:ext cx="5685193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Budgets set at $1 to catch unexpected costs</a:t>
            </a:r>
            <a:endParaRPr sz="1600" b="0" i="0" u="none" strike="noStrike" cap="none"/>
          </a:p>
        </p:txBody>
      </p:sp>
      <p:sp>
        <p:nvSpPr>
          <p:cNvPr id="698" name="Google Shape;698;p13"/>
          <p:cNvSpPr/>
          <p:nvPr/>
        </p:nvSpPr>
        <p:spPr>
          <a:xfrm>
            <a:off x="5610527" y="5123284"/>
            <a:ext cx="6195160" cy="1558234"/>
          </a:xfrm>
          <a:custGeom>
            <a:avLst/>
            <a:gdLst/>
            <a:ahLst/>
            <a:cxnLst/>
            <a:rect l="l" t="t" r="r" b="b"/>
            <a:pathLst>
              <a:path w="6195160" h="1558234" extrusionOk="0">
                <a:moveTo>
                  <a:pt x="75543" y="0"/>
                </a:moveTo>
                <a:lnTo>
                  <a:pt x="6119617" y="0"/>
                </a:lnTo>
                <a:cubicBezTo>
                  <a:pt x="6161339" y="0"/>
                  <a:pt x="6195160" y="33822"/>
                  <a:pt x="6195160" y="75543"/>
                </a:cubicBezTo>
                <a:lnTo>
                  <a:pt x="6195160" y="1482691"/>
                </a:lnTo>
                <a:cubicBezTo>
                  <a:pt x="6195160" y="1524412"/>
                  <a:pt x="6161339" y="1558234"/>
                  <a:pt x="6119617" y="1558234"/>
                </a:cubicBezTo>
                <a:lnTo>
                  <a:pt x="75543" y="1558234"/>
                </a:lnTo>
                <a:cubicBezTo>
                  <a:pt x="33822" y="1558234"/>
                  <a:pt x="0" y="1524412"/>
                  <a:pt x="0" y="1482691"/>
                </a:cubicBezTo>
                <a:lnTo>
                  <a:pt x="0" y="75543"/>
                </a:lnTo>
                <a:cubicBezTo>
                  <a:pt x="0" y="33822"/>
                  <a:pt x="33822" y="0"/>
                  <a:pt x="7554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3"/>
          <p:cNvSpPr/>
          <p:nvPr/>
        </p:nvSpPr>
        <p:spPr>
          <a:xfrm>
            <a:off x="5789960" y="5326327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 extrusionOk="0">
                <a:moveTo>
                  <a:pt x="21249" y="21249"/>
                </a:moveTo>
                <a:cubicBezTo>
                  <a:pt x="21249" y="15372"/>
                  <a:pt x="16501" y="10624"/>
                  <a:pt x="10624" y="10624"/>
                </a:cubicBezTo>
                <a:cubicBezTo>
                  <a:pt x="4748" y="10624"/>
                  <a:pt x="0" y="15372"/>
                  <a:pt x="0" y="21249"/>
                </a:cubicBezTo>
                <a:lnTo>
                  <a:pt x="0" y="132804"/>
                </a:lnTo>
                <a:cubicBezTo>
                  <a:pt x="0" y="147479"/>
                  <a:pt x="11886" y="159365"/>
                  <a:pt x="26561" y="159365"/>
                </a:cubicBezTo>
                <a:lnTo>
                  <a:pt x="159365" y="159365"/>
                </a:lnTo>
                <a:cubicBezTo>
                  <a:pt x="165241" y="159365"/>
                  <a:pt x="169989" y="154617"/>
                  <a:pt x="169989" y="148741"/>
                </a:cubicBezTo>
                <a:cubicBezTo>
                  <a:pt x="169989" y="142864"/>
                  <a:pt x="165241" y="138116"/>
                  <a:pt x="159365" y="138116"/>
                </a:cubicBezTo>
                <a:lnTo>
                  <a:pt x="26561" y="138116"/>
                </a:lnTo>
                <a:cubicBezTo>
                  <a:pt x="23639" y="138116"/>
                  <a:pt x="21249" y="135726"/>
                  <a:pt x="21249" y="132804"/>
                </a:cubicBezTo>
                <a:lnTo>
                  <a:pt x="21249" y="21249"/>
                </a:lnTo>
                <a:close/>
                <a:moveTo>
                  <a:pt x="156244" y="50001"/>
                </a:moveTo>
                <a:cubicBezTo>
                  <a:pt x="160394" y="45851"/>
                  <a:pt x="160394" y="39111"/>
                  <a:pt x="156244" y="34961"/>
                </a:cubicBezTo>
                <a:cubicBezTo>
                  <a:pt x="152094" y="30811"/>
                  <a:pt x="145354" y="30811"/>
                  <a:pt x="141204" y="34961"/>
                </a:cubicBezTo>
                <a:lnTo>
                  <a:pt x="106243" y="69955"/>
                </a:lnTo>
                <a:lnTo>
                  <a:pt x="87186" y="50930"/>
                </a:lnTo>
                <a:cubicBezTo>
                  <a:pt x="83036" y="46780"/>
                  <a:pt x="76296" y="46780"/>
                  <a:pt x="72146" y="50930"/>
                </a:cubicBezTo>
                <a:lnTo>
                  <a:pt x="40273" y="82803"/>
                </a:lnTo>
                <a:cubicBezTo>
                  <a:pt x="36123" y="86953"/>
                  <a:pt x="36123" y="93693"/>
                  <a:pt x="40273" y="97843"/>
                </a:cubicBezTo>
                <a:cubicBezTo>
                  <a:pt x="44423" y="101993"/>
                  <a:pt x="51163" y="101993"/>
                  <a:pt x="55313" y="97843"/>
                </a:cubicBezTo>
                <a:lnTo>
                  <a:pt x="79682" y="73474"/>
                </a:lnTo>
                <a:lnTo>
                  <a:pt x="98740" y="92531"/>
                </a:lnTo>
                <a:cubicBezTo>
                  <a:pt x="102890" y="96681"/>
                  <a:pt x="109630" y="96681"/>
                  <a:pt x="113780" y="92531"/>
                </a:cubicBezTo>
                <a:lnTo>
                  <a:pt x="156277" y="50034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3"/>
          <p:cNvSpPr/>
          <p:nvPr/>
        </p:nvSpPr>
        <p:spPr>
          <a:xfrm>
            <a:off x="5983559" y="5279108"/>
            <a:ext cx="5751300" cy="26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9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Monitoring Dashboard</a:t>
            </a:r>
            <a:endParaRPr sz="1600" b="0" i="0" u="none" strike="noStrike" cap="none"/>
          </a:p>
        </p:txBody>
      </p:sp>
      <p:sp>
        <p:nvSpPr>
          <p:cNvPr id="701" name="Google Shape;701;p13"/>
          <p:cNvSpPr/>
          <p:nvPr/>
        </p:nvSpPr>
        <p:spPr>
          <a:xfrm>
            <a:off x="5766351" y="5656861"/>
            <a:ext cx="1888768" cy="868833"/>
          </a:xfrm>
          <a:custGeom>
            <a:avLst/>
            <a:gdLst/>
            <a:ahLst/>
            <a:cxnLst/>
            <a:rect l="l" t="t" r="r" b="b"/>
            <a:pathLst>
              <a:path w="1888768" h="868833" extrusionOk="0">
                <a:moveTo>
                  <a:pt x="37777" y="0"/>
                </a:moveTo>
                <a:lnTo>
                  <a:pt x="1850992" y="0"/>
                </a:lnTo>
                <a:cubicBezTo>
                  <a:pt x="1871855" y="0"/>
                  <a:pt x="1888768" y="16913"/>
                  <a:pt x="1888768" y="37777"/>
                </a:cubicBezTo>
                <a:lnTo>
                  <a:pt x="1888768" y="831057"/>
                </a:lnTo>
                <a:cubicBezTo>
                  <a:pt x="1888768" y="851920"/>
                  <a:pt x="1871855" y="868833"/>
                  <a:pt x="1850992" y="868833"/>
                </a:cubicBezTo>
                <a:lnTo>
                  <a:pt x="37777" y="868833"/>
                </a:lnTo>
                <a:cubicBezTo>
                  <a:pt x="16927" y="868833"/>
                  <a:pt x="0" y="851906"/>
                  <a:pt x="0" y="831057"/>
                </a:cubicBezTo>
                <a:lnTo>
                  <a:pt x="0" y="37777"/>
                </a:lnTo>
                <a:cubicBezTo>
                  <a:pt x="0" y="16927"/>
                  <a:pt x="16927" y="0"/>
                  <a:pt x="3777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3"/>
          <p:cNvSpPr/>
          <p:nvPr/>
        </p:nvSpPr>
        <p:spPr>
          <a:xfrm>
            <a:off x="6581768" y="5770187"/>
            <a:ext cx="254984" cy="226652"/>
          </a:xfrm>
          <a:custGeom>
            <a:avLst/>
            <a:gdLst/>
            <a:ahLst/>
            <a:cxnLst/>
            <a:rect l="l" t="t" r="r" b="b"/>
            <a:pathLst>
              <a:path w="254984" h="226652" extrusionOk="0">
                <a:moveTo>
                  <a:pt x="127492" y="14166"/>
                </a:moveTo>
                <a:cubicBezTo>
                  <a:pt x="91723" y="14166"/>
                  <a:pt x="63082" y="30456"/>
                  <a:pt x="42232" y="49846"/>
                </a:cubicBezTo>
                <a:cubicBezTo>
                  <a:pt x="21514" y="69102"/>
                  <a:pt x="7658" y="92077"/>
                  <a:pt x="1062" y="107881"/>
                </a:cubicBezTo>
                <a:cubicBezTo>
                  <a:pt x="-398" y="111378"/>
                  <a:pt x="-398" y="115274"/>
                  <a:pt x="1062" y="118771"/>
                </a:cubicBezTo>
                <a:cubicBezTo>
                  <a:pt x="7658" y="134575"/>
                  <a:pt x="21514" y="157594"/>
                  <a:pt x="42232" y="176806"/>
                </a:cubicBezTo>
                <a:cubicBezTo>
                  <a:pt x="63082" y="196152"/>
                  <a:pt x="91723" y="212486"/>
                  <a:pt x="127492" y="212486"/>
                </a:cubicBezTo>
                <a:cubicBezTo>
                  <a:pt x="163260" y="212486"/>
                  <a:pt x="191902" y="196196"/>
                  <a:pt x="212752" y="176806"/>
                </a:cubicBezTo>
                <a:cubicBezTo>
                  <a:pt x="233469" y="157550"/>
                  <a:pt x="247325" y="134575"/>
                  <a:pt x="253921" y="118771"/>
                </a:cubicBezTo>
                <a:cubicBezTo>
                  <a:pt x="255382" y="115274"/>
                  <a:pt x="255382" y="111378"/>
                  <a:pt x="253921" y="107881"/>
                </a:cubicBezTo>
                <a:cubicBezTo>
                  <a:pt x="247325" y="92077"/>
                  <a:pt x="233469" y="69058"/>
                  <a:pt x="212752" y="49846"/>
                </a:cubicBezTo>
                <a:cubicBezTo>
                  <a:pt x="191902" y="30501"/>
                  <a:pt x="163260" y="14166"/>
                  <a:pt x="127492" y="14166"/>
                </a:cubicBezTo>
                <a:close/>
                <a:moveTo>
                  <a:pt x="63746" y="113326"/>
                </a:moveTo>
                <a:cubicBezTo>
                  <a:pt x="63746" y="78144"/>
                  <a:pt x="92310" y="49580"/>
                  <a:pt x="127492" y="49580"/>
                </a:cubicBezTo>
                <a:cubicBezTo>
                  <a:pt x="162674" y="49580"/>
                  <a:pt x="191238" y="78144"/>
                  <a:pt x="191238" y="113326"/>
                </a:cubicBezTo>
                <a:cubicBezTo>
                  <a:pt x="191238" y="148508"/>
                  <a:pt x="162674" y="177072"/>
                  <a:pt x="127492" y="177072"/>
                </a:cubicBezTo>
                <a:cubicBezTo>
                  <a:pt x="92310" y="177072"/>
                  <a:pt x="63746" y="148508"/>
                  <a:pt x="63746" y="113326"/>
                </a:cubicBezTo>
                <a:close/>
                <a:moveTo>
                  <a:pt x="127492" y="84995"/>
                </a:moveTo>
                <a:cubicBezTo>
                  <a:pt x="127492" y="100621"/>
                  <a:pt x="114787" y="113326"/>
                  <a:pt x="99160" y="113326"/>
                </a:cubicBezTo>
                <a:cubicBezTo>
                  <a:pt x="94070" y="113326"/>
                  <a:pt x="89289" y="111998"/>
                  <a:pt x="85127" y="109608"/>
                </a:cubicBezTo>
                <a:cubicBezTo>
                  <a:pt x="84685" y="114433"/>
                  <a:pt x="85083" y="119391"/>
                  <a:pt x="86411" y="124305"/>
                </a:cubicBezTo>
                <a:cubicBezTo>
                  <a:pt x="92476" y="146970"/>
                  <a:pt x="115805" y="160427"/>
                  <a:pt x="138470" y="154363"/>
                </a:cubicBezTo>
                <a:cubicBezTo>
                  <a:pt x="161136" y="148298"/>
                  <a:pt x="174593" y="124969"/>
                  <a:pt x="168528" y="102303"/>
                </a:cubicBezTo>
                <a:cubicBezTo>
                  <a:pt x="163128" y="82073"/>
                  <a:pt x="143960" y="69191"/>
                  <a:pt x="123773" y="70962"/>
                </a:cubicBezTo>
                <a:cubicBezTo>
                  <a:pt x="126120" y="75079"/>
                  <a:pt x="127492" y="79859"/>
                  <a:pt x="127492" y="84995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13"/>
          <p:cNvSpPr/>
          <p:nvPr/>
        </p:nvSpPr>
        <p:spPr>
          <a:xfrm>
            <a:off x="5846624" y="6072390"/>
            <a:ext cx="1728223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CloudWatch</a:t>
            </a:r>
            <a:endParaRPr sz="1600" b="0" i="0" u="none" strike="noStrike" cap="none"/>
          </a:p>
        </p:txBody>
      </p:sp>
      <p:sp>
        <p:nvSpPr>
          <p:cNvPr id="704" name="Google Shape;704;p13"/>
          <p:cNvSpPr/>
          <p:nvPr/>
        </p:nvSpPr>
        <p:spPr>
          <a:xfrm>
            <a:off x="5851345" y="6261267"/>
            <a:ext cx="1718779" cy="15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2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Logs &amp; Metrics</a:t>
            </a:r>
            <a:endParaRPr sz="1600" b="0" i="0" u="none" strike="noStrike" cap="none"/>
          </a:p>
        </p:txBody>
      </p:sp>
      <p:sp>
        <p:nvSpPr>
          <p:cNvPr id="705" name="Google Shape;705;p13"/>
          <p:cNvSpPr/>
          <p:nvPr/>
        </p:nvSpPr>
        <p:spPr>
          <a:xfrm>
            <a:off x="7765494" y="5656861"/>
            <a:ext cx="1888768" cy="868833"/>
          </a:xfrm>
          <a:custGeom>
            <a:avLst/>
            <a:gdLst/>
            <a:ahLst/>
            <a:cxnLst/>
            <a:rect l="l" t="t" r="r" b="b"/>
            <a:pathLst>
              <a:path w="1888768" h="868833" extrusionOk="0">
                <a:moveTo>
                  <a:pt x="37777" y="0"/>
                </a:moveTo>
                <a:lnTo>
                  <a:pt x="1850992" y="0"/>
                </a:lnTo>
                <a:cubicBezTo>
                  <a:pt x="1871855" y="0"/>
                  <a:pt x="1888768" y="16913"/>
                  <a:pt x="1888768" y="37777"/>
                </a:cubicBezTo>
                <a:lnTo>
                  <a:pt x="1888768" y="831057"/>
                </a:lnTo>
                <a:cubicBezTo>
                  <a:pt x="1888768" y="851920"/>
                  <a:pt x="1871855" y="868833"/>
                  <a:pt x="1850992" y="868833"/>
                </a:cubicBezTo>
                <a:lnTo>
                  <a:pt x="37777" y="868833"/>
                </a:lnTo>
                <a:cubicBezTo>
                  <a:pt x="16927" y="868833"/>
                  <a:pt x="0" y="851906"/>
                  <a:pt x="0" y="831057"/>
                </a:cubicBezTo>
                <a:lnTo>
                  <a:pt x="0" y="37777"/>
                </a:lnTo>
                <a:cubicBezTo>
                  <a:pt x="0" y="16927"/>
                  <a:pt x="16927" y="0"/>
                  <a:pt x="3777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3"/>
          <p:cNvSpPr/>
          <p:nvPr/>
        </p:nvSpPr>
        <p:spPr>
          <a:xfrm>
            <a:off x="8637574" y="5770187"/>
            <a:ext cx="141658" cy="226652"/>
          </a:xfrm>
          <a:custGeom>
            <a:avLst/>
            <a:gdLst/>
            <a:ahLst/>
            <a:cxnLst/>
            <a:rect l="l" t="t" r="r" b="b"/>
            <a:pathLst>
              <a:path w="141658" h="226652" extrusionOk="0">
                <a:moveTo>
                  <a:pt x="60204" y="10624"/>
                </a:moveTo>
                <a:cubicBezTo>
                  <a:pt x="60204" y="4737"/>
                  <a:pt x="64941" y="0"/>
                  <a:pt x="70829" y="0"/>
                </a:cubicBezTo>
                <a:cubicBezTo>
                  <a:pt x="76716" y="0"/>
                  <a:pt x="81453" y="4737"/>
                  <a:pt x="81453" y="10624"/>
                </a:cubicBezTo>
                <a:lnTo>
                  <a:pt x="81453" y="28332"/>
                </a:lnTo>
                <a:lnTo>
                  <a:pt x="106243" y="28332"/>
                </a:lnTo>
                <a:cubicBezTo>
                  <a:pt x="114079" y="28332"/>
                  <a:pt x="120409" y="34662"/>
                  <a:pt x="120409" y="42497"/>
                </a:cubicBezTo>
                <a:cubicBezTo>
                  <a:pt x="120409" y="50333"/>
                  <a:pt x="114079" y="56663"/>
                  <a:pt x="106243" y="56663"/>
                </a:cubicBezTo>
                <a:lnTo>
                  <a:pt x="55379" y="56663"/>
                </a:lnTo>
                <a:cubicBezTo>
                  <a:pt x="44357" y="56663"/>
                  <a:pt x="35414" y="65605"/>
                  <a:pt x="35414" y="76628"/>
                </a:cubicBezTo>
                <a:cubicBezTo>
                  <a:pt x="35414" y="86588"/>
                  <a:pt x="42719" y="94999"/>
                  <a:pt x="52546" y="96416"/>
                </a:cubicBezTo>
                <a:lnTo>
                  <a:pt x="93096" y="102215"/>
                </a:lnTo>
                <a:cubicBezTo>
                  <a:pt x="116912" y="105623"/>
                  <a:pt x="134575" y="125987"/>
                  <a:pt x="134575" y="150024"/>
                </a:cubicBezTo>
                <a:cubicBezTo>
                  <a:pt x="134575" y="176718"/>
                  <a:pt x="112928" y="198321"/>
                  <a:pt x="86278" y="198321"/>
                </a:cubicBezTo>
                <a:lnTo>
                  <a:pt x="81453" y="198321"/>
                </a:lnTo>
                <a:lnTo>
                  <a:pt x="81453" y="216028"/>
                </a:lnTo>
                <a:cubicBezTo>
                  <a:pt x="81453" y="221916"/>
                  <a:pt x="76716" y="226652"/>
                  <a:pt x="70829" y="226652"/>
                </a:cubicBezTo>
                <a:cubicBezTo>
                  <a:pt x="64941" y="226652"/>
                  <a:pt x="60204" y="221916"/>
                  <a:pt x="60204" y="216028"/>
                </a:cubicBezTo>
                <a:lnTo>
                  <a:pt x="60204" y="198321"/>
                </a:lnTo>
                <a:lnTo>
                  <a:pt x="28332" y="198321"/>
                </a:lnTo>
                <a:cubicBezTo>
                  <a:pt x="20496" y="198321"/>
                  <a:pt x="14166" y="191990"/>
                  <a:pt x="14166" y="184155"/>
                </a:cubicBezTo>
                <a:cubicBezTo>
                  <a:pt x="14166" y="176319"/>
                  <a:pt x="20496" y="169989"/>
                  <a:pt x="28332" y="169989"/>
                </a:cubicBezTo>
                <a:lnTo>
                  <a:pt x="86278" y="169989"/>
                </a:lnTo>
                <a:cubicBezTo>
                  <a:pt x="97301" y="169989"/>
                  <a:pt x="106243" y="161047"/>
                  <a:pt x="106243" y="150024"/>
                </a:cubicBezTo>
                <a:cubicBezTo>
                  <a:pt x="106243" y="140064"/>
                  <a:pt x="98939" y="131653"/>
                  <a:pt x="89112" y="130236"/>
                </a:cubicBezTo>
                <a:lnTo>
                  <a:pt x="48562" y="124437"/>
                </a:lnTo>
                <a:cubicBezTo>
                  <a:pt x="24746" y="121073"/>
                  <a:pt x="7083" y="100665"/>
                  <a:pt x="7083" y="76628"/>
                </a:cubicBezTo>
                <a:cubicBezTo>
                  <a:pt x="7083" y="49979"/>
                  <a:pt x="28730" y="28332"/>
                  <a:pt x="55379" y="28332"/>
                </a:cubicBezTo>
                <a:lnTo>
                  <a:pt x="60204" y="28332"/>
                </a:lnTo>
                <a:lnTo>
                  <a:pt x="60204" y="10624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3"/>
          <p:cNvSpPr/>
          <p:nvPr/>
        </p:nvSpPr>
        <p:spPr>
          <a:xfrm>
            <a:off x="7845767" y="6072390"/>
            <a:ext cx="1728223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Billing</a:t>
            </a:r>
            <a:endParaRPr sz="1600" b="0" i="0" u="none" strike="noStrike" cap="none"/>
          </a:p>
        </p:txBody>
      </p:sp>
      <p:sp>
        <p:nvSpPr>
          <p:cNvPr id="708" name="Google Shape;708;p13"/>
          <p:cNvSpPr/>
          <p:nvPr/>
        </p:nvSpPr>
        <p:spPr>
          <a:xfrm>
            <a:off x="7850489" y="6261267"/>
            <a:ext cx="1718779" cy="15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2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 Tracking</a:t>
            </a:r>
            <a:endParaRPr sz="1600" b="0" i="0" u="none" strike="noStrike" cap="none"/>
          </a:p>
        </p:txBody>
      </p:sp>
      <p:sp>
        <p:nvSpPr>
          <p:cNvPr id="709" name="Google Shape;709;p13"/>
          <p:cNvSpPr/>
          <p:nvPr/>
        </p:nvSpPr>
        <p:spPr>
          <a:xfrm>
            <a:off x="9764637" y="5656861"/>
            <a:ext cx="1888768" cy="868833"/>
          </a:xfrm>
          <a:custGeom>
            <a:avLst/>
            <a:gdLst/>
            <a:ahLst/>
            <a:cxnLst/>
            <a:rect l="l" t="t" r="r" b="b"/>
            <a:pathLst>
              <a:path w="1888768" h="868833" extrusionOk="0">
                <a:moveTo>
                  <a:pt x="37777" y="0"/>
                </a:moveTo>
                <a:lnTo>
                  <a:pt x="1850992" y="0"/>
                </a:lnTo>
                <a:cubicBezTo>
                  <a:pt x="1871855" y="0"/>
                  <a:pt x="1888768" y="16913"/>
                  <a:pt x="1888768" y="37777"/>
                </a:cubicBezTo>
                <a:lnTo>
                  <a:pt x="1888768" y="831057"/>
                </a:lnTo>
                <a:cubicBezTo>
                  <a:pt x="1888768" y="851920"/>
                  <a:pt x="1871855" y="868833"/>
                  <a:pt x="1850992" y="868833"/>
                </a:cubicBezTo>
                <a:lnTo>
                  <a:pt x="37777" y="868833"/>
                </a:lnTo>
                <a:cubicBezTo>
                  <a:pt x="16927" y="868833"/>
                  <a:pt x="0" y="851906"/>
                  <a:pt x="0" y="831057"/>
                </a:cubicBezTo>
                <a:lnTo>
                  <a:pt x="0" y="37777"/>
                </a:lnTo>
                <a:cubicBezTo>
                  <a:pt x="0" y="16927"/>
                  <a:pt x="16927" y="0"/>
                  <a:pt x="3777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3"/>
          <p:cNvSpPr/>
          <p:nvPr/>
        </p:nvSpPr>
        <p:spPr>
          <a:xfrm>
            <a:off x="10594220" y="5770187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 extrusionOk="0">
                <a:moveTo>
                  <a:pt x="21249" y="28332"/>
                </a:moveTo>
                <a:cubicBezTo>
                  <a:pt x="9518" y="28332"/>
                  <a:pt x="0" y="37849"/>
                  <a:pt x="0" y="49580"/>
                </a:cubicBezTo>
                <a:cubicBezTo>
                  <a:pt x="0" y="56265"/>
                  <a:pt x="3143" y="62551"/>
                  <a:pt x="8499" y="66579"/>
                </a:cubicBezTo>
                <a:lnTo>
                  <a:pt x="100577" y="135637"/>
                </a:lnTo>
                <a:cubicBezTo>
                  <a:pt x="108147" y="141303"/>
                  <a:pt x="118505" y="141303"/>
                  <a:pt x="126075" y="135637"/>
                </a:cubicBezTo>
                <a:lnTo>
                  <a:pt x="218153" y="66579"/>
                </a:lnTo>
                <a:cubicBezTo>
                  <a:pt x="223509" y="62551"/>
                  <a:pt x="226652" y="56265"/>
                  <a:pt x="226652" y="49580"/>
                </a:cubicBezTo>
                <a:cubicBezTo>
                  <a:pt x="226652" y="37849"/>
                  <a:pt x="217135" y="28332"/>
                  <a:pt x="205404" y="28332"/>
                </a:cubicBezTo>
                <a:lnTo>
                  <a:pt x="21249" y="28332"/>
                </a:lnTo>
                <a:close/>
                <a:moveTo>
                  <a:pt x="0" y="86765"/>
                </a:moveTo>
                <a:lnTo>
                  <a:pt x="0" y="169989"/>
                </a:lnTo>
                <a:cubicBezTo>
                  <a:pt x="0" y="185616"/>
                  <a:pt x="12705" y="198321"/>
                  <a:pt x="28332" y="198321"/>
                </a:cubicBezTo>
                <a:lnTo>
                  <a:pt x="198321" y="198321"/>
                </a:lnTo>
                <a:cubicBezTo>
                  <a:pt x="213947" y="198321"/>
                  <a:pt x="226652" y="185616"/>
                  <a:pt x="226652" y="169989"/>
                </a:cubicBezTo>
                <a:lnTo>
                  <a:pt x="226652" y="86765"/>
                </a:lnTo>
                <a:lnTo>
                  <a:pt x="138824" y="152636"/>
                </a:lnTo>
                <a:cubicBezTo>
                  <a:pt x="123729" y="163969"/>
                  <a:pt x="102923" y="163969"/>
                  <a:pt x="87828" y="152636"/>
                </a:cubicBezTo>
                <a:lnTo>
                  <a:pt x="0" y="86765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3"/>
          <p:cNvSpPr/>
          <p:nvPr/>
        </p:nvSpPr>
        <p:spPr>
          <a:xfrm>
            <a:off x="9844910" y="6072390"/>
            <a:ext cx="1728223" cy="18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Alerts</a:t>
            </a:r>
            <a:endParaRPr sz="1600" b="0" i="0" u="none" strike="noStrike" cap="none"/>
          </a:p>
        </p:txBody>
      </p:sp>
      <p:sp>
        <p:nvSpPr>
          <p:cNvPr id="712" name="Google Shape;712;p13"/>
          <p:cNvSpPr/>
          <p:nvPr/>
        </p:nvSpPr>
        <p:spPr>
          <a:xfrm>
            <a:off x="9849632" y="6261267"/>
            <a:ext cx="1718779" cy="15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2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Budget Notifications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4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3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Validation</a:t>
            </a:r>
            <a:endParaRPr sz="1600" b="0" i="0" u="none" strike="noStrike" cap="none"/>
          </a:p>
        </p:txBody>
      </p:sp>
      <p:sp>
        <p:nvSpPr>
          <p:cNvPr id="719" name="Google Shape;719;p14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4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Results, Testing &amp; Compliance</a:t>
            </a:r>
            <a:endParaRPr sz="1600" b="0" i="0" u="none" strike="noStrike" cap="none"/>
          </a:p>
        </p:txBody>
      </p:sp>
      <p:sp>
        <p:nvSpPr>
          <p:cNvPr id="720" name="Google Shape;720;p14"/>
          <p:cNvSpPr/>
          <p:nvPr/>
        </p:nvSpPr>
        <p:spPr>
          <a:xfrm>
            <a:off x="353391" y="1095513"/>
            <a:ext cx="848139" cy="35339"/>
          </a:xfrm>
          <a:custGeom>
            <a:avLst/>
            <a:gdLst/>
            <a:ahLst/>
            <a:cxnLst/>
            <a:rect l="l" t="t" r="r" b="b"/>
            <a:pathLst>
              <a:path w="848139" h="35339" extrusionOk="0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1" name="Google Shape;721;p14"/>
          <p:cNvSpPr/>
          <p:nvPr/>
        </p:nvSpPr>
        <p:spPr>
          <a:xfrm>
            <a:off x="357809" y="1276626"/>
            <a:ext cx="5663096" cy="4408557"/>
          </a:xfrm>
          <a:custGeom>
            <a:avLst/>
            <a:gdLst/>
            <a:ahLst/>
            <a:cxnLst/>
            <a:rect l="l" t="t" r="r" b="b"/>
            <a:pathLst>
              <a:path w="5663096" h="4408557" extrusionOk="0">
                <a:moveTo>
                  <a:pt x="70669" y="0"/>
                </a:moveTo>
                <a:lnTo>
                  <a:pt x="5592426" y="0"/>
                </a:lnTo>
                <a:cubicBezTo>
                  <a:pt x="5631456" y="0"/>
                  <a:pt x="5663096" y="31640"/>
                  <a:pt x="5663096" y="70669"/>
                </a:cubicBezTo>
                <a:lnTo>
                  <a:pt x="5663096" y="4337887"/>
                </a:lnTo>
                <a:cubicBezTo>
                  <a:pt x="5663096" y="4376917"/>
                  <a:pt x="5631456" y="4408557"/>
                  <a:pt x="5592426" y="4408557"/>
                </a:cubicBezTo>
                <a:lnTo>
                  <a:pt x="70669" y="4408557"/>
                </a:lnTo>
                <a:cubicBezTo>
                  <a:pt x="31640" y="4408557"/>
                  <a:pt x="0" y="4376917"/>
                  <a:pt x="0" y="4337887"/>
                </a:cubicBezTo>
                <a:lnTo>
                  <a:pt x="0" y="70669"/>
                </a:lnTo>
                <a:cubicBezTo>
                  <a:pt x="0" y="31666"/>
                  <a:pt x="31666" y="0"/>
                  <a:pt x="7066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4"/>
          <p:cNvSpPr/>
          <p:nvPr/>
        </p:nvSpPr>
        <p:spPr>
          <a:xfrm>
            <a:off x="545548" y="1466574"/>
            <a:ext cx="119270" cy="159026"/>
          </a:xfrm>
          <a:custGeom>
            <a:avLst/>
            <a:gdLst/>
            <a:ahLst/>
            <a:cxnLst/>
            <a:rect l="l" t="t" r="r" b="b"/>
            <a:pathLst>
              <a:path w="119270" h="159026" extrusionOk="0">
                <a:moveTo>
                  <a:pt x="96720" y="9939"/>
                </a:moveTo>
                <a:lnTo>
                  <a:pt x="99391" y="9939"/>
                </a:lnTo>
                <a:cubicBezTo>
                  <a:pt x="110355" y="9939"/>
                  <a:pt x="119270" y="18853"/>
                  <a:pt x="119270" y="29817"/>
                </a:cubicBezTo>
                <a:lnTo>
                  <a:pt x="119270" y="139148"/>
                </a:lnTo>
                <a:cubicBezTo>
                  <a:pt x="119270" y="150112"/>
                  <a:pt x="110355" y="159026"/>
                  <a:pt x="99391" y="159026"/>
                </a:cubicBezTo>
                <a:lnTo>
                  <a:pt x="19878" y="159026"/>
                </a:lnTo>
                <a:cubicBezTo>
                  <a:pt x="8914" y="159026"/>
                  <a:pt x="0" y="150112"/>
                  <a:pt x="0" y="139148"/>
                </a:cubicBezTo>
                <a:lnTo>
                  <a:pt x="0" y="29817"/>
                </a:lnTo>
                <a:cubicBezTo>
                  <a:pt x="0" y="18853"/>
                  <a:pt x="8914" y="9939"/>
                  <a:pt x="19878" y="9939"/>
                </a:cubicBezTo>
                <a:lnTo>
                  <a:pt x="22549" y="9939"/>
                </a:lnTo>
                <a:cubicBezTo>
                  <a:pt x="25966" y="4007"/>
                  <a:pt x="32395" y="0"/>
                  <a:pt x="39757" y="0"/>
                </a:cubicBezTo>
                <a:lnTo>
                  <a:pt x="79513" y="0"/>
                </a:lnTo>
                <a:cubicBezTo>
                  <a:pt x="86874" y="0"/>
                  <a:pt x="93304" y="4007"/>
                  <a:pt x="96720" y="9939"/>
                </a:cubicBezTo>
                <a:close/>
                <a:moveTo>
                  <a:pt x="77028" y="34787"/>
                </a:moveTo>
                <a:cubicBezTo>
                  <a:pt x="81159" y="34787"/>
                  <a:pt x="84483" y="31464"/>
                  <a:pt x="84483" y="27333"/>
                </a:cubicBezTo>
                <a:cubicBezTo>
                  <a:pt x="84483" y="23202"/>
                  <a:pt x="81159" y="19878"/>
                  <a:pt x="77028" y="19878"/>
                </a:cubicBezTo>
                <a:lnTo>
                  <a:pt x="42241" y="19878"/>
                </a:lnTo>
                <a:cubicBezTo>
                  <a:pt x="38110" y="19878"/>
                  <a:pt x="34787" y="23202"/>
                  <a:pt x="34787" y="27333"/>
                </a:cubicBezTo>
                <a:cubicBezTo>
                  <a:pt x="34787" y="31464"/>
                  <a:pt x="38110" y="34787"/>
                  <a:pt x="42241" y="34787"/>
                </a:cubicBezTo>
                <a:lnTo>
                  <a:pt x="77028" y="34787"/>
                </a:lnTo>
                <a:close/>
                <a:moveTo>
                  <a:pt x="85849" y="80973"/>
                </a:moveTo>
                <a:cubicBezTo>
                  <a:pt x="88023" y="77494"/>
                  <a:pt x="86967" y="72897"/>
                  <a:pt x="83489" y="70692"/>
                </a:cubicBezTo>
                <a:cubicBezTo>
                  <a:pt x="80010" y="68487"/>
                  <a:pt x="75413" y="69574"/>
                  <a:pt x="73208" y="73053"/>
                </a:cubicBezTo>
                <a:lnTo>
                  <a:pt x="54137" y="103584"/>
                </a:lnTo>
                <a:lnTo>
                  <a:pt x="45751" y="92403"/>
                </a:lnTo>
                <a:cubicBezTo>
                  <a:pt x="43266" y="89111"/>
                  <a:pt x="38607" y="88427"/>
                  <a:pt x="35315" y="90912"/>
                </a:cubicBezTo>
                <a:cubicBezTo>
                  <a:pt x="32023" y="93397"/>
                  <a:pt x="31339" y="98056"/>
                  <a:pt x="33824" y="101348"/>
                </a:cubicBezTo>
                <a:lnTo>
                  <a:pt x="48733" y="121226"/>
                </a:lnTo>
                <a:cubicBezTo>
                  <a:pt x="50193" y="123183"/>
                  <a:pt x="52553" y="124301"/>
                  <a:pt x="55007" y="124208"/>
                </a:cubicBezTo>
                <a:cubicBezTo>
                  <a:pt x="57461" y="124115"/>
                  <a:pt x="59697" y="122810"/>
                  <a:pt x="61001" y="120698"/>
                </a:cubicBezTo>
                <a:lnTo>
                  <a:pt x="85849" y="80942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4"/>
          <p:cNvSpPr/>
          <p:nvPr/>
        </p:nvSpPr>
        <p:spPr>
          <a:xfrm>
            <a:off x="706783" y="1422400"/>
            <a:ext cx="5247861" cy="247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Technical Requirements Compliance</a:t>
            </a:r>
            <a:endParaRPr sz="1600" b="0" i="0" u="none" strike="noStrike" cap="none"/>
          </a:p>
        </p:txBody>
      </p:sp>
      <p:sp>
        <p:nvSpPr>
          <p:cNvPr id="724" name="Google Shape;724;p14"/>
          <p:cNvSpPr/>
          <p:nvPr/>
        </p:nvSpPr>
        <p:spPr>
          <a:xfrm>
            <a:off x="508000" y="1780209"/>
            <a:ext cx="5362713" cy="468243"/>
          </a:xfrm>
          <a:custGeom>
            <a:avLst/>
            <a:gdLst/>
            <a:ahLst/>
            <a:cxnLst/>
            <a:rect l="l" t="t" r="r" b="b"/>
            <a:pathLst>
              <a:path w="5362713" h="468243" extrusionOk="0">
                <a:moveTo>
                  <a:pt x="70677" y="0"/>
                </a:moveTo>
                <a:lnTo>
                  <a:pt x="5292036" y="0"/>
                </a:lnTo>
                <a:cubicBezTo>
                  <a:pt x="5331070" y="0"/>
                  <a:pt x="5362713" y="31643"/>
                  <a:pt x="5362713" y="70677"/>
                </a:cubicBezTo>
                <a:lnTo>
                  <a:pt x="5362713" y="397567"/>
                </a:lnTo>
                <a:cubicBezTo>
                  <a:pt x="5362713" y="436600"/>
                  <a:pt x="5331070" y="468243"/>
                  <a:pt x="5292036" y="468243"/>
                </a:cubicBezTo>
                <a:lnTo>
                  <a:pt x="70677" y="468243"/>
                </a:lnTo>
                <a:cubicBezTo>
                  <a:pt x="31643" y="468243"/>
                  <a:pt x="0" y="436600"/>
                  <a:pt x="0" y="397567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127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14"/>
          <p:cNvSpPr/>
          <p:nvPr/>
        </p:nvSpPr>
        <p:spPr>
          <a:xfrm>
            <a:off x="583096" y="1872974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 extrusionOk="0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14"/>
          <p:cNvSpPr/>
          <p:nvPr/>
        </p:nvSpPr>
        <p:spPr>
          <a:xfrm>
            <a:off x="672548" y="1952487"/>
            <a:ext cx="108226" cy="123687"/>
          </a:xfrm>
          <a:custGeom>
            <a:avLst/>
            <a:gdLst/>
            <a:ahLst/>
            <a:cxnLst/>
            <a:rect l="l" t="t" r="r" b="b"/>
            <a:pathLst>
              <a:path w="108226" h="123687" extrusionOk="0">
                <a:moveTo>
                  <a:pt x="105037" y="16934"/>
                </a:moveTo>
                <a:cubicBezTo>
                  <a:pt x="108492" y="19447"/>
                  <a:pt x="109265" y="24278"/>
                  <a:pt x="106752" y="27733"/>
                </a:cubicBezTo>
                <a:lnTo>
                  <a:pt x="44909" y="112768"/>
                </a:lnTo>
                <a:cubicBezTo>
                  <a:pt x="43580" y="114604"/>
                  <a:pt x="41527" y="115739"/>
                  <a:pt x="39256" y="115932"/>
                </a:cubicBezTo>
                <a:cubicBezTo>
                  <a:pt x="36985" y="116126"/>
                  <a:pt x="34787" y="115280"/>
                  <a:pt x="33193" y="113686"/>
                </a:cubicBezTo>
                <a:lnTo>
                  <a:pt x="2271" y="82764"/>
                </a:lnTo>
                <a:cubicBezTo>
                  <a:pt x="-749" y="79744"/>
                  <a:pt x="-749" y="74840"/>
                  <a:pt x="2271" y="71821"/>
                </a:cubicBezTo>
                <a:cubicBezTo>
                  <a:pt x="5291" y="68801"/>
                  <a:pt x="10195" y="68801"/>
                  <a:pt x="13214" y="71821"/>
                </a:cubicBezTo>
                <a:lnTo>
                  <a:pt x="37734" y="96341"/>
                </a:lnTo>
                <a:lnTo>
                  <a:pt x="94263" y="18626"/>
                </a:lnTo>
                <a:cubicBezTo>
                  <a:pt x="96775" y="15171"/>
                  <a:pt x="101607" y="14398"/>
                  <a:pt x="105061" y="1691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4"/>
          <p:cNvSpPr/>
          <p:nvPr/>
        </p:nvSpPr>
        <p:spPr>
          <a:xfrm>
            <a:off x="971826" y="1855304"/>
            <a:ext cx="4885635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Telegram Bot</a:t>
            </a:r>
            <a:endParaRPr sz="1600" b="0" i="0" u="none" strike="noStrike" cap="none"/>
          </a:p>
        </p:txBody>
      </p:sp>
      <p:sp>
        <p:nvSpPr>
          <p:cNvPr id="728" name="Google Shape;728;p14"/>
          <p:cNvSpPr/>
          <p:nvPr/>
        </p:nvSpPr>
        <p:spPr>
          <a:xfrm>
            <a:off x="971826" y="2032000"/>
            <a:ext cx="4876800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@Zekai0813_bot operational</a:t>
            </a:r>
            <a:endParaRPr sz="1600" b="0" i="0" u="none" strike="noStrike" cap="none"/>
          </a:p>
        </p:txBody>
      </p:sp>
      <p:sp>
        <p:nvSpPr>
          <p:cNvPr id="729" name="Google Shape;729;p14"/>
          <p:cNvSpPr/>
          <p:nvPr/>
        </p:nvSpPr>
        <p:spPr>
          <a:xfrm>
            <a:off x="508000" y="2327965"/>
            <a:ext cx="5362713" cy="468243"/>
          </a:xfrm>
          <a:custGeom>
            <a:avLst/>
            <a:gdLst/>
            <a:ahLst/>
            <a:cxnLst/>
            <a:rect l="l" t="t" r="r" b="b"/>
            <a:pathLst>
              <a:path w="5362713" h="468243" extrusionOk="0">
                <a:moveTo>
                  <a:pt x="70677" y="0"/>
                </a:moveTo>
                <a:lnTo>
                  <a:pt x="5292036" y="0"/>
                </a:lnTo>
                <a:cubicBezTo>
                  <a:pt x="5331070" y="0"/>
                  <a:pt x="5362713" y="31643"/>
                  <a:pt x="5362713" y="70677"/>
                </a:cubicBezTo>
                <a:lnTo>
                  <a:pt x="5362713" y="397567"/>
                </a:lnTo>
                <a:cubicBezTo>
                  <a:pt x="5362713" y="436600"/>
                  <a:pt x="5331070" y="468243"/>
                  <a:pt x="5292036" y="468243"/>
                </a:cubicBezTo>
                <a:lnTo>
                  <a:pt x="70677" y="468243"/>
                </a:lnTo>
                <a:cubicBezTo>
                  <a:pt x="31643" y="468243"/>
                  <a:pt x="0" y="436600"/>
                  <a:pt x="0" y="397567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127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4"/>
          <p:cNvSpPr/>
          <p:nvPr/>
        </p:nvSpPr>
        <p:spPr>
          <a:xfrm>
            <a:off x="583096" y="2420730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 extrusionOk="0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14"/>
          <p:cNvSpPr/>
          <p:nvPr/>
        </p:nvSpPr>
        <p:spPr>
          <a:xfrm>
            <a:off x="672548" y="2500243"/>
            <a:ext cx="108226" cy="123687"/>
          </a:xfrm>
          <a:custGeom>
            <a:avLst/>
            <a:gdLst/>
            <a:ahLst/>
            <a:cxnLst/>
            <a:rect l="l" t="t" r="r" b="b"/>
            <a:pathLst>
              <a:path w="108226" h="123687" extrusionOk="0">
                <a:moveTo>
                  <a:pt x="105037" y="16934"/>
                </a:moveTo>
                <a:cubicBezTo>
                  <a:pt x="108492" y="19447"/>
                  <a:pt x="109265" y="24278"/>
                  <a:pt x="106752" y="27733"/>
                </a:cubicBezTo>
                <a:lnTo>
                  <a:pt x="44909" y="112768"/>
                </a:lnTo>
                <a:cubicBezTo>
                  <a:pt x="43580" y="114604"/>
                  <a:pt x="41527" y="115739"/>
                  <a:pt x="39256" y="115932"/>
                </a:cubicBezTo>
                <a:cubicBezTo>
                  <a:pt x="36985" y="116126"/>
                  <a:pt x="34787" y="115280"/>
                  <a:pt x="33193" y="113686"/>
                </a:cubicBezTo>
                <a:lnTo>
                  <a:pt x="2271" y="82764"/>
                </a:lnTo>
                <a:cubicBezTo>
                  <a:pt x="-749" y="79744"/>
                  <a:pt x="-749" y="74840"/>
                  <a:pt x="2271" y="71821"/>
                </a:cubicBezTo>
                <a:cubicBezTo>
                  <a:pt x="5291" y="68801"/>
                  <a:pt x="10195" y="68801"/>
                  <a:pt x="13214" y="71821"/>
                </a:cubicBezTo>
                <a:lnTo>
                  <a:pt x="37734" y="96341"/>
                </a:lnTo>
                <a:lnTo>
                  <a:pt x="94263" y="18626"/>
                </a:lnTo>
                <a:cubicBezTo>
                  <a:pt x="96775" y="15171"/>
                  <a:pt x="101607" y="14398"/>
                  <a:pt x="105061" y="1691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4"/>
          <p:cNvSpPr/>
          <p:nvPr/>
        </p:nvSpPr>
        <p:spPr>
          <a:xfrm>
            <a:off x="971826" y="2403061"/>
            <a:ext cx="4885635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Cloud Database (RDS)</a:t>
            </a:r>
            <a:endParaRPr sz="1600" b="0" i="0" u="none" strike="noStrike" cap="none"/>
          </a:p>
        </p:txBody>
      </p:sp>
      <p:sp>
        <p:nvSpPr>
          <p:cNvPr id="733" name="Google Shape;733;p14"/>
          <p:cNvSpPr/>
          <p:nvPr/>
        </p:nvSpPr>
        <p:spPr>
          <a:xfrm>
            <a:off x="971826" y="2579757"/>
            <a:ext cx="4876800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 on AWS RDS</a:t>
            </a:r>
            <a:endParaRPr sz="1600" b="0" i="0" u="none" strike="noStrike" cap="none"/>
          </a:p>
        </p:txBody>
      </p:sp>
      <p:sp>
        <p:nvSpPr>
          <p:cNvPr id="734" name="Google Shape;734;p14"/>
          <p:cNvSpPr/>
          <p:nvPr/>
        </p:nvSpPr>
        <p:spPr>
          <a:xfrm>
            <a:off x="508000" y="2875722"/>
            <a:ext cx="5362713" cy="468243"/>
          </a:xfrm>
          <a:custGeom>
            <a:avLst/>
            <a:gdLst/>
            <a:ahLst/>
            <a:cxnLst/>
            <a:rect l="l" t="t" r="r" b="b"/>
            <a:pathLst>
              <a:path w="5362713" h="468243" extrusionOk="0">
                <a:moveTo>
                  <a:pt x="70677" y="0"/>
                </a:moveTo>
                <a:lnTo>
                  <a:pt x="5292036" y="0"/>
                </a:lnTo>
                <a:cubicBezTo>
                  <a:pt x="5331070" y="0"/>
                  <a:pt x="5362713" y="31643"/>
                  <a:pt x="5362713" y="70677"/>
                </a:cubicBezTo>
                <a:lnTo>
                  <a:pt x="5362713" y="397567"/>
                </a:lnTo>
                <a:cubicBezTo>
                  <a:pt x="5362713" y="436600"/>
                  <a:pt x="5331070" y="468243"/>
                  <a:pt x="5292036" y="468243"/>
                </a:cubicBezTo>
                <a:lnTo>
                  <a:pt x="70677" y="468243"/>
                </a:lnTo>
                <a:cubicBezTo>
                  <a:pt x="31643" y="468243"/>
                  <a:pt x="0" y="436600"/>
                  <a:pt x="0" y="397567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127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4"/>
          <p:cNvSpPr/>
          <p:nvPr/>
        </p:nvSpPr>
        <p:spPr>
          <a:xfrm>
            <a:off x="583096" y="2968487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 extrusionOk="0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4"/>
          <p:cNvSpPr/>
          <p:nvPr/>
        </p:nvSpPr>
        <p:spPr>
          <a:xfrm>
            <a:off x="672548" y="3048000"/>
            <a:ext cx="108226" cy="123687"/>
          </a:xfrm>
          <a:custGeom>
            <a:avLst/>
            <a:gdLst/>
            <a:ahLst/>
            <a:cxnLst/>
            <a:rect l="l" t="t" r="r" b="b"/>
            <a:pathLst>
              <a:path w="108226" h="123687" extrusionOk="0">
                <a:moveTo>
                  <a:pt x="105037" y="16934"/>
                </a:moveTo>
                <a:cubicBezTo>
                  <a:pt x="108492" y="19447"/>
                  <a:pt x="109265" y="24278"/>
                  <a:pt x="106752" y="27733"/>
                </a:cubicBezTo>
                <a:lnTo>
                  <a:pt x="44909" y="112768"/>
                </a:lnTo>
                <a:cubicBezTo>
                  <a:pt x="43580" y="114604"/>
                  <a:pt x="41527" y="115739"/>
                  <a:pt x="39256" y="115932"/>
                </a:cubicBezTo>
                <a:cubicBezTo>
                  <a:pt x="36985" y="116126"/>
                  <a:pt x="34787" y="115280"/>
                  <a:pt x="33193" y="113686"/>
                </a:cubicBezTo>
                <a:lnTo>
                  <a:pt x="2271" y="82764"/>
                </a:lnTo>
                <a:cubicBezTo>
                  <a:pt x="-749" y="79744"/>
                  <a:pt x="-749" y="74840"/>
                  <a:pt x="2271" y="71821"/>
                </a:cubicBezTo>
                <a:cubicBezTo>
                  <a:pt x="5291" y="68801"/>
                  <a:pt x="10195" y="68801"/>
                  <a:pt x="13214" y="71821"/>
                </a:cubicBezTo>
                <a:lnTo>
                  <a:pt x="37734" y="96341"/>
                </a:lnTo>
                <a:lnTo>
                  <a:pt x="94263" y="18626"/>
                </a:lnTo>
                <a:cubicBezTo>
                  <a:pt x="96775" y="15171"/>
                  <a:pt x="101607" y="14398"/>
                  <a:pt x="105061" y="1691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4"/>
          <p:cNvSpPr/>
          <p:nvPr/>
        </p:nvSpPr>
        <p:spPr>
          <a:xfrm>
            <a:off x="971826" y="2950817"/>
            <a:ext cx="4885635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AWS EC2 Console</a:t>
            </a:r>
            <a:endParaRPr sz="1600" b="0" i="0" u="none" strike="noStrike" cap="none"/>
          </a:p>
        </p:txBody>
      </p:sp>
      <p:sp>
        <p:nvSpPr>
          <p:cNvPr id="738" name="Google Shape;738;p14"/>
          <p:cNvSpPr/>
          <p:nvPr/>
        </p:nvSpPr>
        <p:spPr>
          <a:xfrm>
            <a:off x="971826" y="3127513"/>
            <a:ext cx="4876800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Instance running and accessible</a:t>
            </a:r>
            <a:endParaRPr sz="1600" b="0" i="0" u="none" strike="noStrike" cap="none"/>
          </a:p>
        </p:txBody>
      </p:sp>
      <p:sp>
        <p:nvSpPr>
          <p:cNvPr id="739" name="Google Shape;739;p14"/>
          <p:cNvSpPr/>
          <p:nvPr/>
        </p:nvSpPr>
        <p:spPr>
          <a:xfrm>
            <a:off x="508000" y="3423478"/>
            <a:ext cx="5362713" cy="468243"/>
          </a:xfrm>
          <a:custGeom>
            <a:avLst/>
            <a:gdLst/>
            <a:ahLst/>
            <a:cxnLst/>
            <a:rect l="l" t="t" r="r" b="b"/>
            <a:pathLst>
              <a:path w="5362713" h="468243" extrusionOk="0">
                <a:moveTo>
                  <a:pt x="70677" y="0"/>
                </a:moveTo>
                <a:lnTo>
                  <a:pt x="5292036" y="0"/>
                </a:lnTo>
                <a:cubicBezTo>
                  <a:pt x="5331070" y="0"/>
                  <a:pt x="5362713" y="31643"/>
                  <a:pt x="5362713" y="70677"/>
                </a:cubicBezTo>
                <a:lnTo>
                  <a:pt x="5362713" y="397567"/>
                </a:lnTo>
                <a:cubicBezTo>
                  <a:pt x="5362713" y="436600"/>
                  <a:pt x="5331070" y="468243"/>
                  <a:pt x="5292036" y="468243"/>
                </a:cubicBezTo>
                <a:lnTo>
                  <a:pt x="70677" y="468243"/>
                </a:lnTo>
                <a:cubicBezTo>
                  <a:pt x="31643" y="468243"/>
                  <a:pt x="0" y="436600"/>
                  <a:pt x="0" y="397567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127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14"/>
          <p:cNvSpPr/>
          <p:nvPr/>
        </p:nvSpPr>
        <p:spPr>
          <a:xfrm>
            <a:off x="583096" y="3516243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 extrusionOk="0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14"/>
          <p:cNvSpPr/>
          <p:nvPr/>
        </p:nvSpPr>
        <p:spPr>
          <a:xfrm>
            <a:off x="672548" y="3595757"/>
            <a:ext cx="108226" cy="123687"/>
          </a:xfrm>
          <a:custGeom>
            <a:avLst/>
            <a:gdLst/>
            <a:ahLst/>
            <a:cxnLst/>
            <a:rect l="l" t="t" r="r" b="b"/>
            <a:pathLst>
              <a:path w="108226" h="123687" extrusionOk="0">
                <a:moveTo>
                  <a:pt x="105037" y="16934"/>
                </a:moveTo>
                <a:cubicBezTo>
                  <a:pt x="108492" y="19447"/>
                  <a:pt x="109265" y="24278"/>
                  <a:pt x="106752" y="27733"/>
                </a:cubicBezTo>
                <a:lnTo>
                  <a:pt x="44909" y="112768"/>
                </a:lnTo>
                <a:cubicBezTo>
                  <a:pt x="43580" y="114604"/>
                  <a:pt x="41527" y="115739"/>
                  <a:pt x="39256" y="115932"/>
                </a:cubicBezTo>
                <a:cubicBezTo>
                  <a:pt x="36985" y="116126"/>
                  <a:pt x="34787" y="115280"/>
                  <a:pt x="33193" y="113686"/>
                </a:cubicBezTo>
                <a:lnTo>
                  <a:pt x="2271" y="82764"/>
                </a:lnTo>
                <a:cubicBezTo>
                  <a:pt x="-749" y="79744"/>
                  <a:pt x="-749" y="74840"/>
                  <a:pt x="2271" y="71821"/>
                </a:cubicBezTo>
                <a:cubicBezTo>
                  <a:pt x="5291" y="68801"/>
                  <a:pt x="10195" y="68801"/>
                  <a:pt x="13214" y="71821"/>
                </a:cubicBezTo>
                <a:lnTo>
                  <a:pt x="37734" y="96341"/>
                </a:lnTo>
                <a:lnTo>
                  <a:pt x="94263" y="18626"/>
                </a:lnTo>
                <a:cubicBezTo>
                  <a:pt x="96775" y="15171"/>
                  <a:pt x="101607" y="14398"/>
                  <a:pt x="105061" y="1691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4"/>
          <p:cNvSpPr/>
          <p:nvPr/>
        </p:nvSpPr>
        <p:spPr>
          <a:xfrm>
            <a:off x="971826" y="3498574"/>
            <a:ext cx="4885635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 LLM API</a:t>
            </a:r>
            <a:endParaRPr sz="1600" b="0" i="0" u="none" strike="noStrike" cap="none"/>
          </a:p>
        </p:txBody>
      </p:sp>
      <p:sp>
        <p:nvSpPr>
          <p:cNvPr id="743" name="Google Shape;743;p14"/>
          <p:cNvSpPr/>
          <p:nvPr/>
        </p:nvSpPr>
        <p:spPr>
          <a:xfrm>
            <a:off x="971826" y="3675270"/>
            <a:ext cx="4876800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HKBU LLM integrated</a:t>
            </a:r>
            <a:endParaRPr sz="1600" b="0" i="0" u="none" strike="noStrike" cap="none"/>
          </a:p>
        </p:txBody>
      </p:sp>
      <p:sp>
        <p:nvSpPr>
          <p:cNvPr id="744" name="Google Shape;744;p14"/>
          <p:cNvSpPr/>
          <p:nvPr/>
        </p:nvSpPr>
        <p:spPr>
          <a:xfrm>
            <a:off x="508000" y="3971235"/>
            <a:ext cx="5362713" cy="468243"/>
          </a:xfrm>
          <a:custGeom>
            <a:avLst/>
            <a:gdLst/>
            <a:ahLst/>
            <a:cxnLst/>
            <a:rect l="l" t="t" r="r" b="b"/>
            <a:pathLst>
              <a:path w="5362713" h="468243" extrusionOk="0">
                <a:moveTo>
                  <a:pt x="70677" y="0"/>
                </a:moveTo>
                <a:lnTo>
                  <a:pt x="5292036" y="0"/>
                </a:lnTo>
                <a:cubicBezTo>
                  <a:pt x="5331070" y="0"/>
                  <a:pt x="5362713" y="31643"/>
                  <a:pt x="5362713" y="70677"/>
                </a:cubicBezTo>
                <a:lnTo>
                  <a:pt x="5362713" y="397567"/>
                </a:lnTo>
                <a:cubicBezTo>
                  <a:pt x="5362713" y="436600"/>
                  <a:pt x="5331070" y="468243"/>
                  <a:pt x="5292036" y="468243"/>
                </a:cubicBezTo>
                <a:lnTo>
                  <a:pt x="70677" y="468243"/>
                </a:lnTo>
                <a:cubicBezTo>
                  <a:pt x="31643" y="468243"/>
                  <a:pt x="0" y="436600"/>
                  <a:pt x="0" y="397567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127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4"/>
          <p:cNvSpPr/>
          <p:nvPr/>
        </p:nvSpPr>
        <p:spPr>
          <a:xfrm>
            <a:off x="583096" y="4064000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 extrusionOk="0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4"/>
          <p:cNvSpPr/>
          <p:nvPr/>
        </p:nvSpPr>
        <p:spPr>
          <a:xfrm>
            <a:off x="672548" y="4143513"/>
            <a:ext cx="108226" cy="123687"/>
          </a:xfrm>
          <a:custGeom>
            <a:avLst/>
            <a:gdLst/>
            <a:ahLst/>
            <a:cxnLst/>
            <a:rect l="l" t="t" r="r" b="b"/>
            <a:pathLst>
              <a:path w="108226" h="123687" extrusionOk="0">
                <a:moveTo>
                  <a:pt x="105037" y="16934"/>
                </a:moveTo>
                <a:cubicBezTo>
                  <a:pt x="108492" y="19447"/>
                  <a:pt x="109265" y="24278"/>
                  <a:pt x="106752" y="27733"/>
                </a:cubicBezTo>
                <a:lnTo>
                  <a:pt x="44909" y="112768"/>
                </a:lnTo>
                <a:cubicBezTo>
                  <a:pt x="43580" y="114604"/>
                  <a:pt x="41527" y="115739"/>
                  <a:pt x="39256" y="115932"/>
                </a:cubicBezTo>
                <a:cubicBezTo>
                  <a:pt x="36985" y="116126"/>
                  <a:pt x="34787" y="115280"/>
                  <a:pt x="33193" y="113686"/>
                </a:cubicBezTo>
                <a:lnTo>
                  <a:pt x="2271" y="82764"/>
                </a:lnTo>
                <a:cubicBezTo>
                  <a:pt x="-749" y="79744"/>
                  <a:pt x="-749" y="74840"/>
                  <a:pt x="2271" y="71821"/>
                </a:cubicBezTo>
                <a:cubicBezTo>
                  <a:pt x="5291" y="68801"/>
                  <a:pt x="10195" y="68801"/>
                  <a:pt x="13214" y="71821"/>
                </a:cubicBezTo>
                <a:lnTo>
                  <a:pt x="37734" y="96341"/>
                </a:lnTo>
                <a:lnTo>
                  <a:pt x="94263" y="18626"/>
                </a:lnTo>
                <a:cubicBezTo>
                  <a:pt x="96775" y="15171"/>
                  <a:pt x="101607" y="14398"/>
                  <a:pt x="105061" y="1691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4"/>
          <p:cNvSpPr/>
          <p:nvPr/>
        </p:nvSpPr>
        <p:spPr>
          <a:xfrm>
            <a:off x="971826" y="4046330"/>
            <a:ext cx="4885635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Git Control</a:t>
            </a:r>
            <a:endParaRPr sz="1600" b="0" i="0" u="none" strike="noStrike" cap="none"/>
          </a:p>
        </p:txBody>
      </p:sp>
      <p:sp>
        <p:nvSpPr>
          <p:cNvPr id="748" name="Google Shape;748;p14"/>
          <p:cNvSpPr/>
          <p:nvPr/>
        </p:nvSpPr>
        <p:spPr>
          <a:xfrm>
            <a:off x="971826" y="4223026"/>
            <a:ext cx="4876800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repository with commits</a:t>
            </a:r>
            <a:endParaRPr sz="1600" b="0" i="0" u="none" strike="noStrike" cap="none"/>
          </a:p>
        </p:txBody>
      </p:sp>
      <p:sp>
        <p:nvSpPr>
          <p:cNvPr id="749" name="Google Shape;749;p14"/>
          <p:cNvSpPr/>
          <p:nvPr/>
        </p:nvSpPr>
        <p:spPr>
          <a:xfrm>
            <a:off x="508000" y="4518991"/>
            <a:ext cx="5362713" cy="468243"/>
          </a:xfrm>
          <a:custGeom>
            <a:avLst/>
            <a:gdLst/>
            <a:ahLst/>
            <a:cxnLst/>
            <a:rect l="l" t="t" r="r" b="b"/>
            <a:pathLst>
              <a:path w="5362713" h="468243" extrusionOk="0">
                <a:moveTo>
                  <a:pt x="70677" y="0"/>
                </a:moveTo>
                <a:lnTo>
                  <a:pt x="5292036" y="0"/>
                </a:lnTo>
                <a:cubicBezTo>
                  <a:pt x="5331070" y="0"/>
                  <a:pt x="5362713" y="31643"/>
                  <a:pt x="5362713" y="70677"/>
                </a:cubicBezTo>
                <a:lnTo>
                  <a:pt x="5362713" y="397567"/>
                </a:lnTo>
                <a:cubicBezTo>
                  <a:pt x="5362713" y="436600"/>
                  <a:pt x="5331070" y="468243"/>
                  <a:pt x="5292036" y="468243"/>
                </a:cubicBezTo>
                <a:lnTo>
                  <a:pt x="70677" y="468243"/>
                </a:lnTo>
                <a:cubicBezTo>
                  <a:pt x="31643" y="468243"/>
                  <a:pt x="0" y="436600"/>
                  <a:pt x="0" y="397567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127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14"/>
          <p:cNvSpPr/>
          <p:nvPr/>
        </p:nvSpPr>
        <p:spPr>
          <a:xfrm>
            <a:off x="583096" y="4611757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 extrusionOk="0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4"/>
          <p:cNvSpPr/>
          <p:nvPr/>
        </p:nvSpPr>
        <p:spPr>
          <a:xfrm>
            <a:off x="672548" y="4691270"/>
            <a:ext cx="108226" cy="123687"/>
          </a:xfrm>
          <a:custGeom>
            <a:avLst/>
            <a:gdLst/>
            <a:ahLst/>
            <a:cxnLst/>
            <a:rect l="l" t="t" r="r" b="b"/>
            <a:pathLst>
              <a:path w="108226" h="123687" extrusionOk="0">
                <a:moveTo>
                  <a:pt x="105037" y="16934"/>
                </a:moveTo>
                <a:cubicBezTo>
                  <a:pt x="108492" y="19447"/>
                  <a:pt x="109265" y="24278"/>
                  <a:pt x="106752" y="27733"/>
                </a:cubicBezTo>
                <a:lnTo>
                  <a:pt x="44909" y="112768"/>
                </a:lnTo>
                <a:cubicBezTo>
                  <a:pt x="43580" y="114604"/>
                  <a:pt x="41527" y="115739"/>
                  <a:pt x="39256" y="115932"/>
                </a:cubicBezTo>
                <a:cubicBezTo>
                  <a:pt x="36985" y="116126"/>
                  <a:pt x="34787" y="115280"/>
                  <a:pt x="33193" y="113686"/>
                </a:cubicBezTo>
                <a:lnTo>
                  <a:pt x="2271" y="82764"/>
                </a:lnTo>
                <a:cubicBezTo>
                  <a:pt x="-749" y="79744"/>
                  <a:pt x="-749" y="74840"/>
                  <a:pt x="2271" y="71821"/>
                </a:cubicBezTo>
                <a:cubicBezTo>
                  <a:pt x="5291" y="68801"/>
                  <a:pt x="10195" y="68801"/>
                  <a:pt x="13214" y="71821"/>
                </a:cubicBezTo>
                <a:lnTo>
                  <a:pt x="37734" y="96341"/>
                </a:lnTo>
                <a:lnTo>
                  <a:pt x="94263" y="18626"/>
                </a:lnTo>
                <a:cubicBezTo>
                  <a:pt x="96775" y="15171"/>
                  <a:pt x="101607" y="14398"/>
                  <a:pt x="105061" y="1691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4"/>
          <p:cNvSpPr/>
          <p:nvPr/>
        </p:nvSpPr>
        <p:spPr>
          <a:xfrm>
            <a:off x="971826" y="4594087"/>
            <a:ext cx="4885635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Docker</a:t>
            </a:r>
            <a:endParaRPr sz="1600" b="0" i="0" u="none" strike="noStrike" cap="none"/>
          </a:p>
        </p:txBody>
      </p:sp>
      <p:sp>
        <p:nvSpPr>
          <p:cNvPr id="753" name="Google Shape;753;p14"/>
          <p:cNvSpPr/>
          <p:nvPr/>
        </p:nvSpPr>
        <p:spPr>
          <a:xfrm>
            <a:off x="971826" y="4770783"/>
            <a:ext cx="4876800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Containerized deployment</a:t>
            </a:r>
            <a:endParaRPr sz="1600" b="0" i="0" u="none" strike="noStrike" cap="none"/>
          </a:p>
        </p:txBody>
      </p:sp>
      <p:sp>
        <p:nvSpPr>
          <p:cNvPr id="754" name="Google Shape;754;p14"/>
          <p:cNvSpPr/>
          <p:nvPr/>
        </p:nvSpPr>
        <p:spPr>
          <a:xfrm>
            <a:off x="508000" y="5066748"/>
            <a:ext cx="5362713" cy="468243"/>
          </a:xfrm>
          <a:custGeom>
            <a:avLst/>
            <a:gdLst/>
            <a:ahLst/>
            <a:cxnLst/>
            <a:rect l="l" t="t" r="r" b="b"/>
            <a:pathLst>
              <a:path w="5362713" h="468243" extrusionOk="0">
                <a:moveTo>
                  <a:pt x="70677" y="0"/>
                </a:moveTo>
                <a:lnTo>
                  <a:pt x="5292036" y="0"/>
                </a:lnTo>
                <a:cubicBezTo>
                  <a:pt x="5331070" y="0"/>
                  <a:pt x="5362713" y="31643"/>
                  <a:pt x="5362713" y="70677"/>
                </a:cubicBezTo>
                <a:lnTo>
                  <a:pt x="5362713" y="397567"/>
                </a:lnTo>
                <a:cubicBezTo>
                  <a:pt x="5362713" y="436600"/>
                  <a:pt x="5331070" y="468243"/>
                  <a:pt x="5292036" y="468243"/>
                </a:cubicBezTo>
                <a:lnTo>
                  <a:pt x="70677" y="468243"/>
                </a:lnTo>
                <a:cubicBezTo>
                  <a:pt x="31643" y="468243"/>
                  <a:pt x="0" y="436600"/>
                  <a:pt x="0" y="397567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12700" cap="flat" cmpd="sng">
            <a:solidFill>
              <a:srgbClr val="3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4"/>
          <p:cNvSpPr/>
          <p:nvPr/>
        </p:nvSpPr>
        <p:spPr>
          <a:xfrm>
            <a:off x="583096" y="5159513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 extrusionOk="0">
                <a:moveTo>
                  <a:pt x="141357" y="0"/>
                </a:moveTo>
                <a:lnTo>
                  <a:pt x="141357" y="0"/>
                </a:lnTo>
                <a:cubicBezTo>
                  <a:pt x="219373" y="0"/>
                  <a:pt x="282713" y="63340"/>
                  <a:pt x="282713" y="141357"/>
                </a:cubicBezTo>
                <a:lnTo>
                  <a:pt x="282713" y="141357"/>
                </a:lnTo>
                <a:cubicBezTo>
                  <a:pt x="282713" y="219373"/>
                  <a:pt x="219373" y="282713"/>
                  <a:pt x="141357" y="282713"/>
                </a:cubicBezTo>
                <a:lnTo>
                  <a:pt x="141357" y="282713"/>
                </a:lnTo>
                <a:cubicBezTo>
                  <a:pt x="63340" y="282713"/>
                  <a:pt x="0" y="219373"/>
                  <a:pt x="0" y="141357"/>
                </a:cubicBezTo>
                <a:lnTo>
                  <a:pt x="0" y="141357"/>
                </a:lnTo>
                <a:cubicBezTo>
                  <a:pt x="0" y="63340"/>
                  <a:pt x="63340" y="0"/>
                  <a:pt x="141357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4"/>
          <p:cNvSpPr/>
          <p:nvPr/>
        </p:nvSpPr>
        <p:spPr>
          <a:xfrm>
            <a:off x="672548" y="5239026"/>
            <a:ext cx="108226" cy="123687"/>
          </a:xfrm>
          <a:custGeom>
            <a:avLst/>
            <a:gdLst/>
            <a:ahLst/>
            <a:cxnLst/>
            <a:rect l="l" t="t" r="r" b="b"/>
            <a:pathLst>
              <a:path w="108226" h="123687" extrusionOk="0">
                <a:moveTo>
                  <a:pt x="105037" y="16934"/>
                </a:moveTo>
                <a:cubicBezTo>
                  <a:pt x="108492" y="19447"/>
                  <a:pt x="109265" y="24278"/>
                  <a:pt x="106752" y="27733"/>
                </a:cubicBezTo>
                <a:lnTo>
                  <a:pt x="44909" y="112768"/>
                </a:lnTo>
                <a:cubicBezTo>
                  <a:pt x="43580" y="114604"/>
                  <a:pt x="41527" y="115739"/>
                  <a:pt x="39256" y="115932"/>
                </a:cubicBezTo>
                <a:cubicBezTo>
                  <a:pt x="36985" y="116126"/>
                  <a:pt x="34787" y="115280"/>
                  <a:pt x="33193" y="113686"/>
                </a:cubicBezTo>
                <a:lnTo>
                  <a:pt x="2271" y="82764"/>
                </a:lnTo>
                <a:cubicBezTo>
                  <a:pt x="-749" y="79744"/>
                  <a:pt x="-749" y="74840"/>
                  <a:pt x="2271" y="71821"/>
                </a:cubicBezTo>
                <a:cubicBezTo>
                  <a:pt x="5291" y="68801"/>
                  <a:pt x="10195" y="68801"/>
                  <a:pt x="13214" y="71821"/>
                </a:cubicBezTo>
                <a:lnTo>
                  <a:pt x="37734" y="96341"/>
                </a:lnTo>
                <a:lnTo>
                  <a:pt x="94263" y="18626"/>
                </a:lnTo>
                <a:cubicBezTo>
                  <a:pt x="96775" y="15171"/>
                  <a:pt x="101607" y="14398"/>
                  <a:pt x="105061" y="1691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4"/>
          <p:cNvSpPr/>
          <p:nvPr/>
        </p:nvSpPr>
        <p:spPr>
          <a:xfrm>
            <a:off x="971826" y="5141843"/>
            <a:ext cx="4885635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Monitor &amp; Low Cost</a:t>
            </a:r>
            <a:endParaRPr sz="1600" b="0" i="0" u="none" strike="noStrike" cap="none"/>
          </a:p>
        </p:txBody>
      </p:sp>
      <p:sp>
        <p:nvSpPr>
          <p:cNvPr id="758" name="Google Shape;758;p14"/>
          <p:cNvSpPr/>
          <p:nvPr/>
        </p:nvSpPr>
        <p:spPr>
          <a:xfrm>
            <a:off x="971826" y="5318539"/>
            <a:ext cx="4876800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CloudWatch + $0 billing</a:t>
            </a:r>
            <a:endParaRPr sz="1600" b="0" i="0" u="none" strike="noStrike" cap="none"/>
          </a:p>
        </p:txBody>
      </p:sp>
      <p:sp>
        <p:nvSpPr>
          <p:cNvPr id="759" name="Google Shape;759;p14"/>
          <p:cNvSpPr/>
          <p:nvPr/>
        </p:nvSpPr>
        <p:spPr>
          <a:xfrm>
            <a:off x="6169025" y="1276626"/>
            <a:ext cx="5663096" cy="2235200"/>
          </a:xfrm>
          <a:custGeom>
            <a:avLst/>
            <a:gdLst/>
            <a:ahLst/>
            <a:cxnLst/>
            <a:rect l="l" t="t" r="r" b="b"/>
            <a:pathLst>
              <a:path w="5663096" h="2235200" extrusionOk="0">
                <a:moveTo>
                  <a:pt x="70677" y="0"/>
                </a:moveTo>
                <a:lnTo>
                  <a:pt x="5592419" y="0"/>
                </a:lnTo>
                <a:cubicBezTo>
                  <a:pt x="5631452" y="0"/>
                  <a:pt x="5663096" y="31643"/>
                  <a:pt x="5663096" y="70677"/>
                </a:cubicBezTo>
                <a:lnTo>
                  <a:pt x="5663096" y="2164523"/>
                </a:lnTo>
                <a:cubicBezTo>
                  <a:pt x="5663096" y="2203557"/>
                  <a:pt x="5631452" y="2235200"/>
                  <a:pt x="5592419" y="2235200"/>
                </a:cubicBezTo>
                <a:lnTo>
                  <a:pt x="70677" y="2235200"/>
                </a:lnTo>
                <a:cubicBezTo>
                  <a:pt x="31643" y="2235200"/>
                  <a:pt x="0" y="2203557"/>
                  <a:pt x="0" y="2164523"/>
                </a:cubicBezTo>
                <a:lnTo>
                  <a:pt x="0" y="70677"/>
                </a:lnTo>
                <a:cubicBezTo>
                  <a:pt x="0" y="31669"/>
                  <a:pt x="31669" y="0"/>
                  <a:pt x="7067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4"/>
          <p:cNvSpPr/>
          <p:nvPr/>
        </p:nvSpPr>
        <p:spPr>
          <a:xfrm>
            <a:off x="6336886" y="1466574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 extrusionOk="0">
                <a:moveTo>
                  <a:pt x="44819" y="0"/>
                </a:moveTo>
                <a:lnTo>
                  <a:pt x="114393" y="0"/>
                </a:lnTo>
                <a:cubicBezTo>
                  <a:pt x="122624" y="0"/>
                  <a:pt x="129333" y="6771"/>
                  <a:pt x="129022" y="14971"/>
                </a:cubicBezTo>
                <a:cubicBezTo>
                  <a:pt x="128960" y="16617"/>
                  <a:pt x="128898" y="18263"/>
                  <a:pt x="128805" y="19878"/>
                </a:cubicBezTo>
                <a:lnTo>
                  <a:pt x="144211" y="19878"/>
                </a:lnTo>
                <a:cubicBezTo>
                  <a:pt x="152317" y="19878"/>
                  <a:pt x="159461" y="26587"/>
                  <a:pt x="158840" y="35346"/>
                </a:cubicBezTo>
                <a:cubicBezTo>
                  <a:pt x="156510" y="67555"/>
                  <a:pt x="140049" y="85259"/>
                  <a:pt x="122189" y="94515"/>
                </a:cubicBezTo>
                <a:cubicBezTo>
                  <a:pt x="117282" y="97062"/>
                  <a:pt x="112281" y="98956"/>
                  <a:pt x="107529" y="100354"/>
                </a:cubicBezTo>
                <a:cubicBezTo>
                  <a:pt x="101255" y="109237"/>
                  <a:pt x="94732" y="113927"/>
                  <a:pt x="89545" y="116443"/>
                </a:cubicBezTo>
                <a:lnTo>
                  <a:pt x="89545" y="139148"/>
                </a:lnTo>
                <a:lnTo>
                  <a:pt x="109424" y="139148"/>
                </a:lnTo>
                <a:cubicBezTo>
                  <a:pt x="114921" y="139148"/>
                  <a:pt x="119363" y="143589"/>
                  <a:pt x="119363" y="149087"/>
                </a:cubicBezTo>
                <a:cubicBezTo>
                  <a:pt x="119363" y="154585"/>
                  <a:pt x="114921" y="159026"/>
                  <a:pt x="109424" y="159026"/>
                </a:cubicBezTo>
                <a:lnTo>
                  <a:pt x="49789" y="159026"/>
                </a:lnTo>
                <a:cubicBezTo>
                  <a:pt x="44291" y="159026"/>
                  <a:pt x="39850" y="154585"/>
                  <a:pt x="39850" y="149087"/>
                </a:cubicBezTo>
                <a:cubicBezTo>
                  <a:pt x="39850" y="143589"/>
                  <a:pt x="44291" y="139148"/>
                  <a:pt x="49789" y="139148"/>
                </a:cubicBezTo>
                <a:lnTo>
                  <a:pt x="69667" y="139148"/>
                </a:lnTo>
                <a:lnTo>
                  <a:pt x="69667" y="116443"/>
                </a:lnTo>
                <a:cubicBezTo>
                  <a:pt x="64698" y="114052"/>
                  <a:pt x="58517" y="109610"/>
                  <a:pt x="52491" y="101441"/>
                </a:cubicBezTo>
                <a:cubicBezTo>
                  <a:pt x="46776" y="99950"/>
                  <a:pt x="40564" y="97683"/>
                  <a:pt x="34507" y="94266"/>
                </a:cubicBezTo>
                <a:cubicBezTo>
                  <a:pt x="17704" y="84855"/>
                  <a:pt x="2547" y="67120"/>
                  <a:pt x="373" y="35284"/>
                </a:cubicBezTo>
                <a:cubicBezTo>
                  <a:pt x="-217" y="26556"/>
                  <a:pt x="6895" y="19847"/>
                  <a:pt x="15002" y="19847"/>
                </a:cubicBezTo>
                <a:lnTo>
                  <a:pt x="30408" y="19847"/>
                </a:lnTo>
                <a:cubicBezTo>
                  <a:pt x="30314" y="18232"/>
                  <a:pt x="30252" y="16617"/>
                  <a:pt x="30190" y="14940"/>
                </a:cubicBezTo>
                <a:cubicBezTo>
                  <a:pt x="29880" y="6709"/>
                  <a:pt x="36588" y="-31"/>
                  <a:pt x="44819" y="-31"/>
                </a:cubicBezTo>
                <a:close/>
                <a:moveTo>
                  <a:pt x="31526" y="34787"/>
                </a:moveTo>
                <a:lnTo>
                  <a:pt x="15250" y="34787"/>
                </a:lnTo>
                <a:cubicBezTo>
                  <a:pt x="17176" y="61095"/>
                  <a:pt x="29258" y="74264"/>
                  <a:pt x="41713" y="81252"/>
                </a:cubicBezTo>
                <a:cubicBezTo>
                  <a:pt x="37241" y="69667"/>
                  <a:pt x="33545" y="54541"/>
                  <a:pt x="31526" y="34787"/>
                </a:cubicBezTo>
                <a:close/>
                <a:moveTo>
                  <a:pt x="118027" y="79762"/>
                </a:moveTo>
                <a:cubicBezTo>
                  <a:pt x="130606" y="72369"/>
                  <a:pt x="141974" y="59231"/>
                  <a:pt x="143900" y="34787"/>
                </a:cubicBezTo>
                <a:lnTo>
                  <a:pt x="127656" y="34787"/>
                </a:lnTo>
                <a:cubicBezTo>
                  <a:pt x="125730" y="53702"/>
                  <a:pt x="122251" y="68394"/>
                  <a:pt x="118027" y="79762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"/>
          <p:cNvSpPr/>
          <p:nvPr/>
        </p:nvSpPr>
        <p:spPr>
          <a:xfrm>
            <a:off x="6517999" y="1422400"/>
            <a:ext cx="5247861" cy="247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Project Achievements</a:t>
            </a:r>
            <a:endParaRPr sz="1600" b="0" i="0" u="none" strike="noStrike" cap="none"/>
          </a:p>
        </p:txBody>
      </p:sp>
      <p:sp>
        <p:nvSpPr>
          <p:cNvPr id="762" name="Google Shape;762;p14"/>
          <p:cNvSpPr/>
          <p:nvPr/>
        </p:nvSpPr>
        <p:spPr>
          <a:xfrm>
            <a:off x="6314799" y="1775791"/>
            <a:ext cx="2632765" cy="742122"/>
          </a:xfrm>
          <a:custGeom>
            <a:avLst/>
            <a:gdLst/>
            <a:ahLst/>
            <a:cxnLst/>
            <a:rect l="l" t="t" r="r" b="b"/>
            <a:pathLst>
              <a:path w="2632765" h="742122" extrusionOk="0">
                <a:moveTo>
                  <a:pt x="35340" y="0"/>
                </a:moveTo>
                <a:lnTo>
                  <a:pt x="2597425" y="0"/>
                </a:lnTo>
                <a:cubicBezTo>
                  <a:pt x="2616943" y="0"/>
                  <a:pt x="2632765" y="15822"/>
                  <a:pt x="2632765" y="35340"/>
                </a:cubicBezTo>
                <a:lnTo>
                  <a:pt x="2632765" y="706782"/>
                </a:lnTo>
                <a:cubicBezTo>
                  <a:pt x="2632765" y="726300"/>
                  <a:pt x="2616943" y="742122"/>
                  <a:pt x="2597425" y="742122"/>
                </a:cubicBezTo>
                <a:lnTo>
                  <a:pt x="35340" y="742122"/>
                </a:lnTo>
                <a:cubicBezTo>
                  <a:pt x="15822" y="742122"/>
                  <a:pt x="0" y="726300"/>
                  <a:pt x="0" y="706782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4"/>
          <p:cNvSpPr/>
          <p:nvPr/>
        </p:nvSpPr>
        <p:spPr>
          <a:xfrm>
            <a:off x="6354555" y="1881809"/>
            <a:ext cx="2553252" cy="31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87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100%</a:t>
            </a:r>
            <a:endParaRPr sz="1600" b="0" i="0" u="none" strike="noStrike" cap="none"/>
          </a:p>
        </p:txBody>
      </p:sp>
      <p:sp>
        <p:nvSpPr>
          <p:cNvPr id="764" name="Google Shape;764;p14"/>
          <p:cNvSpPr/>
          <p:nvPr/>
        </p:nvSpPr>
        <p:spPr>
          <a:xfrm>
            <a:off x="6389895" y="2235200"/>
            <a:ext cx="2482574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Requirements Met</a:t>
            </a:r>
            <a:endParaRPr sz="1600" b="0" i="0" u="none" strike="noStrike" cap="none"/>
          </a:p>
        </p:txBody>
      </p:sp>
      <p:sp>
        <p:nvSpPr>
          <p:cNvPr id="765" name="Google Shape;765;p14"/>
          <p:cNvSpPr/>
          <p:nvPr/>
        </p:nvSpPr>
        <p:spPr>
          <a:xfrm>
            <a:off x="9052615" y="1775791"/>
            <a:ext cx="2632765" cy="742122"/>
          </a:xfrm>
          <a:custGeom>
            <a:avLst/>
            <a:gdLst/>
            <a:ahLst/>
            <a:cxnLst/>
            <a:rect l="l" t="t" r="r" b="b"/>
            <a:pathLst>
              <a:path w="2632765" h="742122" extrusionOk="0">
                <a:moveTo>
                  <a:pt x="35340" y="0"/>
                </a:moveTo>
                <a:lnTo>
                  <a:pt x="2597425" y="0"/>
                </a:lnTo>
                <a:cubicBezTo>
                  <a:pt x="2616943" y="0"/>
                  <a:pt x="2632765" y="15822"/>
                  <a:pt x="2632765" y="35340"/>
                </a:cubicBezTo>
                <a:lnTo>
                  <a:pt x="2632765" y="706782"/>
                </a:lnTo>
                <a:cubicBezTo>
                  <a:pt x="2632765" y="726300"/>
                  <a:pt x="2616943" y="742122"/>
                  <a:pt x="2597425" y="742122"/>
                </a:cubicBezTo>
                <a:lnTo>
                  <a:pt x="35340" y="742122"/>
                </a:lnTo>
                <a:cubicBezTo>
                  <a:pt x="15822" y="742122"/>
                  <a:pt x="0" y="726300"/>
                  <a:pt x="0" y="706782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14"/>
          <p:cNvSpPr/>
          <p:nvPr/>
        </p:nvSpPr>
        <p:spPr>
          <a:xfrm>
            <a:off x="9092372" y="1881809"/>
            <a:ext cx="2553252" cy="31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87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$0</a:t>
            </a:r>
            <a:endParaRPr sz="1600" b="0" i="0" u="none" strike="noStrike" cap="none"/>
          </a:p>
        </p:txBody>
      </p:sp>
      <p:sp>
        <p:nvSpPr>
          <p:cNvPr id="767" name="Google Shape;767;p14"/>
          <p:cNvSpPr/>
          <p:nvPr/>
        </p:nvSpPr>
        <p:spPr>
          <a:xfrm>
            <a:off x="9127711" y="2235200"/>
            <a:ext cx="2482574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Cost</a:t>
            </a:r>
            <a:endParaRPr sz="1600" b="0" i="0" u="none" strike="noStrike" cap="none"/>
          </a:p>
        </p:txBody>
      </p:sp>
      <p:sp>
        <p:nvSpPr>
          <p:cNvPr id="768" name="Google Shape;768;p14"/>
          <p:cNvSpPr/>
          <p:nvPr/>
        </p:nvSpPr>
        <p:spPr>
          <a:xfrm>
            <a:off x="6314799" y="2623930"/>
            <a:ext cx="2632765" cy="742122"/>
          </a:xfrm>
          <a:custGeom>
            <a:avLst/>
            <a:gdLst/>
            <a:ahLst/>
            <a:cxnLst/>
            <a:rect l="l" t="t" r="r" b="b"/>
            <a:pathLst>
              <a:path w="2632765" h="742122" extrusionOk="0">
                <a:moveTo>
                  <a:pt x="35340" y="0"/>
                </a:moveTo>
                <a:lnTo>
                  <a:pt x="2597425" y="0"/>
                </a:lnTo>
                <a:cubicBezTo>
                  <a:pt x="2616943" y="0"/>
                  <a:pt x="2632765" y="15822"/>
                  <a:pt x="2632765" y="35340"/>
                </a:cubicBezTo>
                <a:lnTo>
                  <a:pt x="2632765" y="706782"/>
                </a:lnTo>
                <a:cubicBezTo>
                  <a:pt x="2632765" y="726300"/>
                  <a:pt x="2616943" y="742122"/>
                  <a:pt x="2597425" y="742122"/>
                </a:cubicBezTo>
                <a:lnTo>
                  <a:pt x="35340" y="742122"/>
                </a:lnTo>
                <a:cubicBezTo>
                  <a:pt x="15822" y="742122"/>
                  <a:pt x="0" y="726300"/>
                  <a:pt x="0" y="706782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14"/>
          <p:cNvSpPr/>
          <p:nvPr/>
        </p:nvSpPr>
        <p:spPr>
          <a:xfrm>
            <a:off x="6354555" y="2729948"/>
            <a:ext cx="2553252" cy="31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87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24/7</a:t>
            </a:r>
            <a:endParaRPr sz="1600" b="0" i="0" u="none" strike="noStrike" cap="none"/>
          </a:p>
        </p:txBody>
      </p:sp>
      <p:sp>
        <p:nvSpPr>
          <p:cNvPr id="770" name="Google Shape;770;p14"/>
          <p:cNvSpPr/>
          <p:nvPr/>
        </p:nvSpPr>
        <p:spPr>
          <a:xfrm>
            <a:off x="6389895" y="3083339"/>
            <a:ext cx="2482574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Uptime</a:t>
            </a:r>
            <a:endParaRPr sz="1600" b="0" i="0" u="none" strike="noStrike" cap="none"/>
          </a:p>
        </p:txBody>
      </p:sp>
      <p:sp>
        <p:nvSpPr>
          <p:cNvPr id="771" name="Google Shape;771;p14"/>
          <p:cNvSpPr/>
          <p:nvPr/>
        </p:nvSpPr>
        <p:spPr>
          <a:xfrm>
            <a:off x="9052615" y="2623930"/>
            <a:ext cx="2632765" cy="742122"/>
          </a:xfrm>
          <a:custGeom>
            <a:avLst/>
            <a:gdLst/>
            <a:ahLst/>
            <a:cxnLst/>
            <a:rect l="l" t="t" r="r" b="b"/>
            <a:pathLst>
              <a:path w="2632765" h="742122" extrusionOk="0">
                <a:moveTo>
                  <a:pt x="35340" y="0"/>
                </a:moveTo>
                <a:lnTo>
                  <a:pt x="2597425" y="0"/>
                </a:lnTo>
                <a:cubicBezTo>
                  <a:pt x="2616943" y="0"/>
                  <a:pt x="2632765" y="15822"/>
                  <a:pt x="2632765" y="35340"/>
                </a:cubicBezTo>
                <a:lnTo>
                  <a:pt x="2632765" y="706782"/>
                </a:lnTo>
                <a:cubicBezTo>
                  <a:pt x="2632765" y="726300"/>
                  <a:pt x="2616943" y="742122"/>
                  <a:pt x="2597425" y="742122"/>
                </a:cubicBezTo>
                <a:lnTo>
                  <a:pt x="35340" y="742122"/>
                </a:lnTo>
                <a:cubicBezTo>
                  <a:pt x="15822" y="742122"/>
                  <a:pt x="0" y="726300"/>
                  <a:pt x="0" y="706782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4"/>
          <p:cNvSpPr/>
          <p:nvPr/>
        </p:nvSpPr>
        <p:spPr>
          <a:xfrm>
            <a:off x="9092372" y="2729948"/>
            <a:ext cx="2553252" cy="31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87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&lt;1s</a:t>
            </a:r>
            <a:endParaRPr sz="1600" b="0" i="0" u="none" strike="noStrike" cap="none"/>
          </a:p>
        </p:txBody>
      </p:sp>
      <p:sp>
        <p:nvSpPr>
          <p:cNvPr id="773" name="Google Shape;773;p14"/>
          <p:cNvSpPr/>
          <p:nvPr/>
        </p:nvSpPr>
        <p:spPr>
          <a:xfrm>
            <a:off x="9127711" y="3083339"/>
            <a:ext cx="2482574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 Time</a:t>
            </a:r>
            <a:endParaRPr sz="1600" b="0" i="0" u="none" strike="noStrike" cap="none"/>
          </a:p>
        </p:txBody>
      </p:sp>
      <p:sp>
        <p:nvSpPr>
          <p:cNvPr id="774" name="Google Shape;774;p14"/>
          <p:cNvSpPr/>
          <p:nvPr/>
        </p:nvSpPr>
        <p:spPr>
          <a:xfrm>
            <a:off x="6169025" y="3626678"/>
            <a:ext cx="5663096" cy="3224696"/>
          </a:xfrm>
          <a:custGeom>
            <a:avLst/>
            <a:gdLst/>
            <a:ahLst/>
            <a:cxnLst/>
            <a:rect l="l" t="t" r="r" b="b"/>
            <a:pathLst>
              <a:path w="5663096" h="3224696" extrusionOk="0">
                <a:moveTo>
                  <a:pt x="70685" y="0"/>
                </a:moveTo>
                <a:lnTo>
                  <a:pt x="5592410" y="0"/>
                </a:lnTo>
                <a:cubicBezTo>
                  <a:pt x="5631449" y="0"/>
                  <a:pt x="5663096" y="31647"/>
                  <a:pt x="5663096" y="70685"/>
                </a:cubicBezTo>
                <a:lnTo>
                  <a:pt x="5663096" y="3154010"/>
                </a:lnTo>
                <a:cubicBezTo>
                  <a:pt x="5663096" y="3193049"/>
                  <a:pt x="5631449" y="3224696"/>
                  <a:pt x="5592410" y="3224696"/>
                </a:cubicBezTo>
                <a:lnTo>
                  <a:pt x="70685" y="3224696"/>
                </a:lnTo>
                <a:cubicBezTo>
                  <a:pt x="31647" y="3224696"/>
                  <a:pt x="0" y="3193049"/>
                  <a:pt x="0" y="3154010"/>
                </a:cubicBezTo>
                <a:lnTo>
                  <a:pt x="0" y="70685"/>
                </a:lnTo>
                <a:cubicBezTo>
                  <a:pt x="0" y="31673"/>
                  <a:pt x="31673" y="0"/>
                  <a:pt x="7068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4"/>
          <p:cNvSpPr/>
          <p:nvPr/>
        </p:nvSpPr>
        <p:spPr>
          <a:xfrm>
            <a:off x="6326947" y="3816626"/>
            <a:ext cx="178904" cy="159026"/>
          </a:xfrm>
          <a:custGeom>
            <a:avLst/>
            <a:gdLst/>
            <a:ahLst/>
            <a:cxnLst/>
            <a:rect l="l" t="t" r="r" b="b"/>
            <a:pathLst>
              <a:path w="178904" h="159026" extrusionOk="0">
                <a:moveTo>
                  <a:pt x="29817" y="29817"/>
                </a:moveTo>
                <a:cubicBezTo>
                  <a:pt x="29817" y="18853"/>
                  <a:pt x="38732" y="9939"/>
                  <a:pt x="49696" y="9939"/>
                </a:cubicBezTo>
                <a:lnTo>
                  <a:pt x="149087" y="9939"/>
                </a:lnTo>
                <a:cubicBezTo>
                  <a:pt x="160051" y="9939"/>
                  <a:pt x="168965" y="18853"/>
                  <a:pt x="168965" y="29817"/>
                </a:cubicBezTo>
                <a:lnTo>
                  <a:pt x="168965" y="109330"/>
                </a:lnTo>
                <a:cubicBezTo>
                  <a:pt x="168965" y="120295"/>
                  <a:pt x="160051" y="129209"/>
                  <a:pt x="149087" y="129209"/>
                </a:cubicBezTo>
                <a:lnTo>
                  <a:pt x="49696" y="129209"/>
                </a:lnTo>
                <a:cubicBezTo>
                  <a:pt x="38732" y="129209"/>
                  <a:pt x="29817" y="120295"/>
                  <a:pt x="29817" y="109330"/>
                </a:cubicBezTo>
                <a:lnTo>
                  <a:pt x="29817" y="29817"/>
                </a:lnTo>
                <a:close/>
                <a:moveTo>
                  <a:pt x="7454" y="39757"/>
                </a:moveTo>
                <a:cubicBezTo>
                  <a:pt x="11585" y="39757"/>
                  <a:pt x="14909" y="43080"/>
                  <a:pt x="14909" y="47211"/>
                </a:cubicBezTo>
                <a:lnTo>
                  <a:pt x="14909" y="139148"/>
                </a:lnTo>
                <a:cubicBezTo>
                  <a:pt x="14909" y="141881"/>
                  <a:pt x="17145" y="144117"/>
                  <a:pt x="19878" y="144117"/>
                </a:cubicBezTo>
                <a:lnTo>
                  <a:pt x="131693" y="144117"/>
                </a:lnTo>
                <a:cubicBezTo>
                  <a:pt x="135824" y="144117"/>
                  <a:pt x="139148" y="147441"/>
                  <a:pt x="139148" y="151572"/>
                </a:cubicBezTo>
                <a:cubicBezTo>
                  <a:pt x="139148" y="155703"/>
                  <a:pt x="135824" y="159026"/>
                  <a:pt x="131693" y="159026"/>
                </a:cubicBezTo>
                <a:lnTo>
                  <a:pt x="19878" y="159026"/>
                </a:lnTo>
                <a:cubicBezTo>
                  <a:pt x="8914" y="159026"/>
                  <a:pt x="0" y="150112"/>
                  <a:pt x="0" y="139148"/>
                </a:cubicBezTo>
                <a:lnTo>
                  <a:pt x="0" y="47211"/>
                </a:lnTo>
                <a:cubicBezTo>
                  <a:pt x="0" y="43080"/>
                  <a:pt x="3323" y="39757"/>
                  <a:pt x="7454" y="39757"/>
                </a:cubicBezTo>
                <a:close/>
                <a:moveTo>
                  <a:pt x="59635" y="49696"/>
                </a:moveTo>
                <a:cubicBezTo>
                  <a:pt x="65120" y="49696"/>
                  <a:pt x="69574" y="45242"/>
                  <a:pt x="69574" y="39757"/>
                </a:cubicBezTo>
                <a:cubicBezTo>
                  <a:pt x="69574" y="34271"/>
                  <a:pt x="65120" y="29817"/>
                  <a:pt x="59635" y="29817"/>
                </a:cubicBezTo>
                <a:cubicBezTo>
                  <a:pt x="54149" y="29817"/>
                  <a:pt x="49696" y="34271"/>
                  <a:pt x="49696" y="39757"/>
                </a:cubicBezTo>
                <a:cubicBezTo>
                  <a:pt x="49696" y="45242"/>
                  <a:pt x="54149" y="49696"/>
                  <a:pt x="59635" y="49696"/>
                </a:cubicBezTo>
                <a:close/>
                <a:moveTo>
                  <a:pt x="120667" y="53268"/>
                </a:moveTo>
                <a:cubicBezTo>
                  <a:pt x="119301" y="51062"/>
                  <a:pt x="116909" y="49696"/>
                  <a:pt x="114300" y="49696"/>
                </a:cubicBezTo>
                <a:cubicBezTo>
                  <a:pt x="111691" y="49696"/>
                  <a:pt x="109299" y="51062"/>
                  <a:pt x="107933" y="53268"/>
                </a:cubicBezTo>
                <a:lnTo>
                  <a:pt x="90446" y="81874"/>
                </a:lnTo>
                <a:lnTo>
                  <a:pt x="82836" y="72369"/>
                </a:lnTo>
                <a:cubicBezTo>
                  <a:pt x="81408" y="70599"/>
                  <a:pt x="79296" y="69574"/>
                  <a:pt x="77028" y="69574"/>
                </a:cubicBezTo>
                <a:cubicBezTo>
                  <a:pt x="74761" y="69574"/>
                  <a:pt x="72618" y="70599"/>
                  <a:pt x="71220" y="72369"/>
                </a:cubicBezTo>
                <a:lnTo>
                  <a:pt x="51342" y="97217"/>
                </a:lnTo>
                <a:cubicBezTo>
                  <a:pt x="49540" y="99453"/>
                  <a:pt x="49199" y="102528"/>
                  <a:pt x="50441" y="105106"/>
                </a:cubicBezTo>
                <a:cubicBezTo>
                  <a:pt x="51683" y="107684"/>
                  <a:pt x="54293" y="109330"/>
                  <a:pt x="57150" y="109330"/>
                </a:cubicBezTo>
                <a:lnTo>
                  <a:pt x="141633" y="109330"/>
                </a:lnTo>
                <a:cubicBezTo>
                  <a:pt x="144335" y="109330"/>
                  <a:pt x="146820" y="107871"/>
                  <a:pt x="148124" y="105510"/>
                </a:cubicBezTo>
                <a:cubicBezTo>
                  <a:pt x="149429" y="103150"/>
                  <a:pt x="149398" y="100292"/>
                  <a:pt x="147969" y="97963"/>
                </a:cubicBezTo>
                <a:lnTo>
                  <a:pt x="120636" y="53236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14"/>
          <p:cNvSpPr/>
          <p:nvPr/>
        </p:nvSpPr>
        <p:spPr>
          <a:xfrm>
            <a:off x="6517999" y="3772452"/>
            <a:ext cx="5247861" cy="247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2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Evidence Screenshots</a:t>
            </a:r>
            <a:endParaRPr sz="1600" b="0" i="0" u="none" strike="noStrike" cap="none"/>
          </a:p>
        </p:txBody>
      </p:sp>
      <p:sp>
        <p:nvSpPr>
          <p:cNvPr id="777" name="Google Shape;777;p14"/>
          <p:cNvSpPr/>
          <p:nvPr/>
        </p:nvSpPr>
        <p:spPr>
          <a:xfrm>
            <a:off x="6314799" y="4125843"/>
            <a:ext cx="5371548" cy="459409"/>
          </a:xfrm>
          <a:custGeom>
            <a:avLst/>
            <a:gdLst/>
            <a:ahLst/>
            <a:cxnLst/>
            <a:rect l="l" t="t" r="r" b="b"/>
            <a:pathLst>
              <a:path w="5371548" h="459409" extrusionOk="0">
                <a:moveTo>
                  <a:pt x="35338" y="0"/>
                </a:moveTo>
                <a:lnTo>
                  <a:pt x="5336210" y="0"/>
                </a:lnTo>
                <a:cubicBezTo>
                  <a:pt x="5355727" y="0"/>
                  <a:pt x="5371548" y="15821"/>
                  <a:pt x="5371548" y="35338"/>
                </a:cubicBezTo>
                <a:lnTo>
                  <a:pt x="5371548" y="424071"/>
                </a:lnTo>
                <a:cubicBezTo>
                  <a:pt x="5371548" y="443587"/>
                  <a:pt x="5355727" y="459409"/>
                  <a:pt x="5336210" y="459409"/>
                </a:cubicBezTo>
                <a:lnTo>
                  <a:pt x="35338" y="459409"/>
                </a:lnTo>
                <a:cubicBezTo>
                  <a:pt x="15834" y="459409"/>
                  <a:pt x="0" y="443574"/>
                  <a:pt x="0" y="424071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4"/>
          <p:cNvSpPr/>
          <p:nvPr/>
        </p:nvSpPr>
        <p:spPr>
          <a:xfrm>
            <a:off x="6407564" y="4267200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 extrusionOk="0">
                <a:moveTo>
                  <a:pt x="88348" y="2761"/>
                </a:moveTo>
                <a:cubicBezTo>
                  <a:pt x="41111" y="2761"/>
                  <a:pt x="2761" y="41111"/>
                  <a:pt x="2761" y="88348"/>
                </a:cubicBezTo>
                <a:cubicBezTo>
                  <a:pt x="2761" y="135585"/>
                  <a:pt x="41111" y="173935"/>
                  <a:pt x="88348" y="173935"/>
                </a:cubicBezTo>
                <a:cubicBezTo>
                  <a:pt x="135585" y="173935"/>
                  <a:pt x="173935" y="135585"/>
                  <a:pt x="173935" y="88348"/>
                </a:cubicBezTo>
                <a:cubicBezTo>
                  <a:pt x="173935" y="41111"/>
                  <a:pt x="135585" y="2761"/>
                  <a:pt x="88348" y="2761"/>
                </a:cubicBezTo>
                <a:close/>
                <a:moveTo>
                  <a:pt x="128035" y="60981"/>
                </a:moveTo>
                <a:cubicBezTo>
                  <a:pt x="126758" y="74509"/>
                  <a:pt x="121168" y="107363"/>
                  <a:pt x="118338" y="122514"/>
                </a:cubicBezTo>
                <a:cubicBezTo>
                  <a:pt x="117130" y="128933"/>
                  <a:pt x="114783" y="131072"/>
                  <a:pt x="112505" y="131279"/>
                </a:cubicBezTo>
                <a:cubicBezTo>
                  <a:pt x="107536" y="131728"/>
                  <a:pt x="103774" y="128001"/>
                  <a:pt x="98943" y="124826"/>
                </a:cubicBezTo>
                <a:cubicBezTo>
                  <a:pt x="91419" y="119891"/>
                  <a:pt x="87140" y="116819"/>
                  <a:pt x="79858" y="111988"/>
                </a:cubicBezTo>
                <a:cubicBezTo>
                  <a:pt x="71403" y="106432"/>
                  <a:pt x="76890" y="103360"/>
                  <a:pt x="81687" y="98356"/>
                </a:cubicBezTo>
                <a:cubicBezTo>
                  <a:pt x="82964" y="97045"/>
                  <a:pt x="104844" y="77132"/>
                  <a:pt x="105258" y="75337"/>
                </a:cubicBezTo>
                <a:cubicBezTo>
                  <a:pt x="105327" y="75096"/>
                  <a:pt x="105362" y="74267"/>
                  <a:pt x="104844" y="73819"/>
                </a:cubicBezTo>
                <a:cubicBezTo>
                  <a:pt x="104326" y="73370"/>
                  <a:pt x="103602" y="73543"/>
                  <a:pt x="103084" y="73646"/>
                </a:cubicBezTo>
                <a:cubicBezTo>
                  <a:pt x="102325" y="73819"/>
                  <a:pt x="90280" y="81756"/>
                  <a:pt x="66986" y="97493"/>
                </a:cubicBezTo>
                <a:cubicBezTo>
                  <a:pt x="63569" y="99840"/>
                  <a:pt x="60463" y="100979"/>
                  <a:pt x="57702" y="100910"/>
                </a:cubicBezTo>
                <a:cubicBezTo>
                  <a:pt x="54631" y="100841"/>
                  <a:pt x="48764" y="99184"/>
                  <a:pt x="44381" y="97769"/>
                </a:cubicBezTo>
                <a:cubicBezTo>
                  <a:pt x="39032" y="96044"/>
                  <a:pt x="34752" y="95112"/>
                  <a:pt x="35132" y="92144"/>
                </a:cubicBezTo>
                <a:cubicBezTo>
                  <a:pt x="35339" y="90591"/>
                  <a:pt x="37444" y="89038"/>
                  <a:pt x="41482" y="87416"/>
                </a:cubicBezTo>
                <a:cubicBezTo>
                  <a:pt x="66433" y="76545"/>
                  <a:pt x="83068" y="69367"/>
                  <a:pt x="91385" y="65916"/>
                </a:cubicBezTo>
                <a:cubicBezTo>
                  <a:pt x="115163" y="56046"/>
                  <a:pt x="120098" y="54320"/>
                  <a:pt x="123307" y="54251"/>
                </a:cubicBezTo>
                <a:cubicBezTo>
                  <a:pt x="124032" y="54251"/>
                  <a:pt x="125585" y="54424"/>
                  <a:pt x="126620" y="55252"/>
                </a:cubicBezTo>
                <a:cubicBezTo>
                  <a:pt x="127311" y="55839"/>
                  <a:pt x="127725" y="56667"/>
                  <a:pt x="127828" y="57564"/>
                </a:cubicBezTo>
                <a:cubicBezTo>
                  <a:pt x="128001" y="58668"/>
                  <a:pt x="128035" y="59807"/>
                  <a:pt x="127966" y="60946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14"/>
          <p:cNvSpPr/>
          <p:nvPr/>
        </p:nvSpPr>
        <p:spPr>
          <a:xfrm>
            <a:off x="6712364" y="4196522"/>
            <a:ext cx="4965148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Telegram Bot</a:t>
            </a:r>
            <a:endParaRPr sz="1600" b="0" i="0" u="none" strike="noStrike" cap="none"/>
          </a:p>
        </p:txBody>
      </p:sp>
      <p:sp>
        <p:nvSpPr>
          <p:cNvPr id="780" name="Google Shape;780;p14"/>
          <p:cNvSpPr/>
          <p:nvPr/>
        </p:nvSpPr>
        <p:spPr>
          <a:xfrm>
            <a:off x="6712364" y="4373217"/>
            <a:ext cx="4956313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Working conversation screenshots</a:t>
            </a:r>
            <a:endParaRPr sz="1600" b="0" i="0" u="none" strike="noStrike" cap="none"/>
          </a:p>
        </p:txBody>
      </p:sp>
      <p:sp>
        <p:nvSpPr>
          <p:cNvPr id="781" name="Google Shape;781;p14"/>
          <p:cNvSpPr/>
          <p:nvPr/>
        </p:nvSpPr>
        <p:spPr>
          <a:xfrm>
            <a:off x="6314799" y="4655930"/>
            <a:ext cx="5371548" cy="459409"/>
          </a:xfrm>
          <a:custGeom>
            <a:avLst/>
            <a:gdLst/>
            <a:ahLst/>
            <a:cxnLst/>
            <a:rect l="l" t="t" r="r" b="b"/>
            <a:pathLst>
              <a:path w="5371548" h="459409" extrusionOk="0">
                <a:moveTo>
                  <a:pt x="35338" y="0"/>
                </a:moveTo>
                <a:lnTo>
                  <a:pt x="5336210" y="0"/>
                </a:lnTo>
                <a:cubicBezTo>
                  <a:pt x="5355727" y="0"/>
                  <a:pt x="5371548" y="15821"/>
                  <a:pt x="5371548" y="35338"/>
                </a:cubicBezTo>
                <a:lnTo>
                  <a:pt x="5371548" y="424071"/>
                </a:lnTo>
                <a:cubicBezTo>
                  <a:pt x="5371548" y="443587"/>
                  <a:pt x="5355727" y="459409"/>
                  <a:pt x="5336210" y="459409"/>
                </a:cubicBezTo>
                <a:lnTo>
                  <a:pt x="35338" y="459409"/>
                </a:lnTo>
                <a:cubicBezTo>
                  <a:pt x="15834" y="459409"/>
                  <a:pt x="0" y="443574"/>
                  <a:pt x="0" y="424071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4"/>
          <p:cNvSpPr/>
          <p:nvPr/>
        </p:nvSpPr>
        <p:spPr>
          <a:xfrm>
            <a:off x="6385477" y="4797287"/>
            <a:ext cx="220870" cy="176696"/>
          </a:xfrm>
          <a:custGeom>
            <a:avLst/>
            <a:gdLst/>
            <a:ahLst/>
            <a:cxnLst/>
            <a:rect l="l" t="t" r="r" b="b"/>
            <a:pathLst>
              <a:path w="220870" h="176696" extrusionOk="0">
                <a:moveTo>
                  <a:pt x="120754" y="81549"/>
                </a:moveTo>
                <a:lnTo>
                  <a:pt x="97942" y="81549"/>
                </a:lnTo>
                <a:lnTo>
                  <a:pt x="97942" y="61050"/>
                </a:lnTo>
                <a:lnTo>
                  <a:pt x="120754" y="61050"/>
                </a:lnTo>
                <a:lnTo>
                  <a:pt x="120754" y="81549"/>
                </a:lnTo>
                <a:close/>
                <a:moveTo>
                  <a:pt x="120754" y="11043"/>
                </a:moveTo>
                <a:lnTo>
                  <a:pt x="97942" y="11043"/>
                </a:lnTo>
                <a:lnTo>
                  <a:pt x="97942" y="31992"/>
                </a:lnTo>
                <a:lnTo>
                  <a:pt x="120754" y="31992"/>
                </a:lnTo>
                <a:lnTo>
                  <a:pt x="120754" y="11043"/>
                </a:lnTo>
                <a:close/>
                <a:moveTo>
                  <a:pt x="147741" y="61015"/>
                </a:moveTo>
                <a:lnTo>
                  <a:pt x="124929" y="61015"/>
                </a:lnTo>
                <a:lnTo>
                  <a:pt x="124929" y="81515"/>
                </a:lnTo>
                <a:lnTo>
                  <a:pt x="147741" y="81515"/>
                </a:lnTo>
                <a:lnTo>
                  <a:pt x="147741" y="61015"/>
                </a:lnTo>
                <a:close/>
                <a:moveTo>
                  <a:pt x="93801" y="36133"/>
                </a:moveTo>
                <a:lnTo>
                  <a:pt x="70989" y="36133"/>
                </a:lnTo>
                <a:lnTo>
                  <a:pt x="70989" y="56874"/>
                </a:lnTo>
                <a:lnTo>
                  <a:pt x="93801" y="56874"/>
                </a:lnTo>
                <a:lnTo>
                  <a:pt x="93801" y="36133"/>
                </a:lnTo>
                <a:close/>
                <a:moveTo>
                  <a:pt x="120754" y="36133"/>
                </a:moveTo>
                <a:lnTo>
                  <a:pt x="97942" y="36133"/>
                </a:lnTo>
                <a:lnTo>
                  <a:pt x="97942" y="56874"/>
                </a:lnTo>
                <a:lnTo>
                  <a:pt x="120754" y="56874"/>
                </a:lnTo>
                <a:lnTo>
                  <a:pt x="120754" y="36133"/>
                </a:lnTo>
                <a:close/>
                <a:moveTo>
                  <a:pt x="216280" y="70644"/>
                </a:moveTo>
                <a:cubicBezTo>
                  <a:pt x="211310" y="67296"/>
                  <a:pt x="199852" y="66088"/>
                  <a:pt x="191052" y="67745"/>
                </a:cubicBezTo>
                <a:cubicBezTo>
                  <a:pt x="189913" y="59462"/>
                  <a:pt x="185289" y="52249"/>
                  <a:pt x="176868" y="45761"/>
                </a:cubicBezTo>
                <a:lnTo>
                  <a:pt x="172037" y="42552"/>
                </a:lnTo>
                <a:lnTo>
                  <a:pt x="168827" y="47383"/>
                </a:lnTo>
                <a:cubicBezTo>
                  <a:pt x="162477" y="56977"/>
                  <a:pt x="160752" y="72783"/>
                  <a:pt x="167550" y="83206"/>
                </a:cubicBezTo>
                <a:cubicBezTo>
                  <a:pt x="164548" y="84828"/>
                  <a:pt x="158646" y="87036"/>
                  <a:pt x="150847" y="86898"/>
                </a:cubicBezTo>
                <a:lnTo>
                  <a:pt x="828" y="86898"/>
                </a:lnTo>
                <a:cubicBezTo>
                  <a:pt x="-2174" y="104430"/>
                  <a:pt x="2830" y="127207"/>
                  <a:pt x="16013" y="142840"/>
                </a:cubicBezTo>
                <a:cubicBezTo>
                  <a:pt x="28817" y="157991"/>
                  <a:pt x="48005" y="165687"/>
                  <a:pt x="73094" y="165687"/>
                </a:cubicBezTo>
                <a:cubicBezTo>
                  <a:pt x="127414" y="165687"/>
                  <a:pt x="167619" y="140666"/>
                  <a:pt x="186428" y="95215"/>
                </a:cubicBezTo>
                <a:cubicBezTo>
                  <a:pt x="193813" y="95354"/>
                  <a:pt x="209757" y="95250"/>
                  <a:pt x="217936" y="79617"/>
                </a:cubicBezTo>
                <a:cubicBezTo>
                  <a:pt x="218454" y="78754"/>
                  <a:pt x="220214" y="75061"/>
                  <a:pt x="220870" y="73715"/>
                </a:cubicBezTo>
                <a:lnTo>
                  <a:pt x="216280" y="70644"/>
                </a:lnTo>
                <a:close/>
                <a:moveTo>
                  <a:pt x="39895" y="61015"/>
                </a:moveTo>
                <a:lnTo>
                  <a:pt x="17117" y="61015"/>
                </a:lnTo>
                <a:lnTo>
                  <a:pt x="17117" y="81515"/>
                </a:lnTo>
                <a:lnTo>
                  <a:pt x="39929" y="81515"/>
                </a:lnTo>
                <a:lnTo>
                  <a:pt x="39929" y="61015"/>
                </a:lnTo>
                <a:lnTo>
                  <a:pt x="39895" y="61015"/>
                </a:lnTo>
                <a:close/>
                <a:moveTo>
                  <a:pt x="66848" y="61015"/>
                </a:moveTo>
                <a:lnTo>
                  <a:pt x="44036" y="61015"/>
                </a:lnTo>
                <a:lnTo>
                  <a:pt x="44036" y="81515"/>
                </a:lnTo>
                <a:lnTo>
                  <a:pt x="66848" y="81515"/>
                </a:lnTo>
                <a:lnTo>
                  <a:pt x="66848" y="61015"/>
                </a:lnTo>
                <a:close/>
                <a:moveTo>
                  <a:pt x="93801" y="61015"/>
                </a:moveTo>
                <a:lnTo>
                  <a:pt x="70989" y="61015"/>
                </a:lnTo>
                <a:lnTo>
                  <a:pt x="70989" y="81515"/>
                </a:lnTo>
                <a:lnTo>
                  <a:pt x="93801" y="81515"/>
                </a:lnTo>
                <a:lnTo>
                  <a:pt x="93801" y="61015"/>
                </a:lnTo>
                <a:close/>
                <a:moveTo>
                  <a:pt x="66848" y="36133"/>
                </a:moveTo>
                <a:lnTo>
                  <a:pt x="44036" y="36133"/>
                </a:lnTo>
                <a:lnTo>
                  <a:pt x="44036" y="56874"/>
                </a:lnTo>
                <a:lnTo>
                  <a:pt x="66848" y="56874"/>
                </a:lnTo>
                <a:lnTo>
                  <a:pt x="66848" y="36133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4"/>
          <p:cNvSpPr/>
          <p:nvPr/>
        </p:nvSpPr>
        <p:spPr>
          <a:xfrm>
            <a:off x="6712364" y="4726609"/>
            <a:ext cx="4965148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Docker Logs</a:t>
            </a:r>
            <a:endParaRPr sz="1600" b="0" i="0" u="none" strike="noStrike" cap="none"/>
          </a:p>
        </p:txBody>
      </p:sp>
      <p:sp>
        <p:nvSpPr>
          <p:cNvPr id="784" name="Google Shape;784;p14"/>
          <p:cNvSpPr/>
          <p:nvPr/>
        </p:nvSpPr>
        <p:spPr>
          <a:xfrm>
            <a:off x="6712364" y="4903304"/>
            <a:ext cx="4956313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 running evidence</a:t>
            </a:r>
            <a:endParaRPr sz="1600" b="0" i="0" u="none" strike="noStrike" cap="none"/>
          </a:p>
        </p:txBody>
      </p:sp>
      <p:sp>
        <p:nvSpPr>
          <p:cNvPr id="785" name="Google Shape;785;p14"/>
          <p:cNvSpPr/>
          <p:nvPr/>
        </p:nvSpPr>
        <p:spPr>
          <a:xfrm>
            <a:off x="6314799" y="5186017"/>
            <a:ext cx="5371548" cy="459409"/>
          </a:xfrm>
          <a:custGeom>
            <a:avLst/>
            <a:gdLst/>
            <a:ahLst/>
            <a:cxnLst/>
            <a:rect l="l" t="t" r="r" b="b"/>
            <a:pathLst>
              <a:path w="5371548" h="459409" extrusionOk="0">
                <a:moveTo>
                  <a:pt x="35338" y="0"/>
                </a:moveTo>
                <a:lnTo>
                  <a:pt x="5336210" y="0"/>
                </a:lnTo>
                <a:cubicBezTo>
                  <a:pt x="5355727" y="0"/>
                  <a:pt x="5371548" y="15821"/>
                  <a:pt x="5371548" y="35338"/>
                </a:cubicBezTo>
                <a:lnTo>
                  <a:pt x="5371548" y="424071"/>
                </a:lnTo>
                <a:cubicBezTo>
                  <a:pt x="5371548" y="443587"/>
                  <a:pt x="5355727" y="459409"/>
                  <a:pt x="5336210" y="459409"/>
                </a:cubicBezTo>
                <a:lnTo>
                  <a:pt x="35338" y="459409"/>
                </a:lnTo>
                <a:cubicBezTo>
                  <a:pt x="15834" y="459409"/>
                  <a:pt x="0" y="443574"/>
                  <a:pt x="0" y="424071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4"/>
          <p:cNvSpPr/>
          <p:nvPr/>
        </p:nvSpPr>
        <p:spPr>
          <a:xfrm>
            <a:off x="6385477" y="5327374"/>
            <a:ext cx="220870" cy="176696"/>
          </a:xfrm>
          <a:custGeom>
            <a:avLst/>
            <a:gdLst/>
            <a:ahLst/>
            <a:cxnLst/>
            <a:rect l="l" t="t" r="r" b="b"/>
            <a:pathLst>
              <a:path w="220870" h="176696" extrusionOk="0">
                <a:moveTo>
                  <a:pt x="62258" y="70057"/>
                </a:moveTo>
                <a:cubicBezTo>
                  <a:pt x="62016" y="77857"/>
                  <a:pt x="65916" y="81342"/>
                  <a:pt x="66019" y="83516"/>
                </a:cubicBezTo>
                <a:cubicBezTo>
                  <a:pt x="65985" y="83965"/>
                  <a:pt x="65812" y="84379"/>
                  <a:pt x="65571" y="84759"/>
                </a:cubicBezTo>
                <a:cubicBezTo>
                  <a:pt x="65329" y="85138"/>
                  <a:pt x="64984" y="85449"/>
                  <a:pt x="64604" y="85656"/>
                </a:cubicBezTo>
                <a:lnTo>
                  <a:pt x="60187" y="88762"/>
                </a:lnTo>
                <a:cubicBezTo>
                  <a:pt x="59600" y="89176"/>
                  <a:pt x="58945" y="89383"/>
                  <a:pt x="58254" y="89418"/>
                </a:cubicBezTo>
                <a:cubicBezTo>
                  <a:pt x="58116" y="89418"/>
                  <a:pt x="55424" y="90039"/>
                  <a:pt x="51180" y="80583"/>
                </a:cubicBezTo>
                <a:cubicBezTo>
                  <a:pt x="48591" y="83827"/>
                  <a:pt x="45313" y="86415"/>
                  <a:pt x="41551" y="88175"/>
                </a:cubicBezTo>
                <a:cubicBezTo>
                  <a:pt x="37789" y="89935"/>
                  <a:pt x="33717" y="90833"/>
                  <a:pt x="29576" y="90764"/>
                </a:cubicBezTo>
                <a:cubicBezTo>
                  <a:pt x="23951" y="91074"/>
                  <a:pt x="8731" y="87589"/>
                  <a:pt x="9525" y="71368"/>
                </a:cubicBezTo>
                <a:cubicBezTo>
                  <a:pt x="8973" y="58151"/>
                  <a:pt x="21293" y="49937"/>
                  <a:pt x="33993" y="50662"/>
                </a:cubicBezTo>
                <a:cubicBezTo>
                  <a:pt x="36443" y="50662"/>
                  <a:pt x="41448" y="50800"/>
                  <a:pt x="50213" y="52836"/>
                </a:cubicBezTo>
                <a:lnTo>
                  <a:pt x="50213" y="47452"/>
                </a:lnTo>
                <a:cubicBezTo>
                  <a:pt x="51145" y="38307"/>
                  <a:pt x="45140" y="31232"/>
                  <a:pt x="34752" y="32302"/>
                </a:cubicBezTo>
                <a:cubicBezTo>
                  <a:pt x="33924" y="32302"/>
                  <a:pt x="28057" y="32130"/>
                  <a:pt x="18946" y="35788"/>
                </a:cubicBezTo>
                <a:cubicBezTo>
                  <a:pt x="16393" y="36961"/>
                  <a:pt x="16082" y="36754"/>
                  <a:pt x="15219" y="36754"/>
                </a:cubicBezTo>
                <a:cubicBezTo>
                  <a:pt x="12665" y="36754"/>
                  <a:pt x="13701" y="29334"/>
                  <a:pt x="14218" y="28402"/>
                </a:cubicBezTo>
                <a:cubicBezTo>
                  <a:pt x="16013" y="26194"/>
                  <a:pt x="26608" y="22052"/>
                  <a:pt x="36961" y="22121"/>
                </a:cubicBezTo>
                <a:cubicBezTo>
                  <a:pt x="43898" y="21500"/>
                  <a:pt x="50800" y="23640"/>
                  <a:pt x="56184" y="28092"/>
                </a:cubicBezTo>
                <a:cubicBezTo>
                  <a:pt x="58358" y="30542"/>
                  <a:pt x="60049" y="33407"/>
                  <a:pt x="61084" y="36513"/>
                </a:cubicBezTo>
                <a:cubicBezTo>
                  <a:pt x="62120" y="39618"/>
                  <a:pt x="62534" y="42897"/>
                  <a:pt x="62292" y="46176"/>
                </a:cubicBezTo>
                <a:lnTo>
                  <a:pt x="62292" y="70092"/>
                </a:lnTo>
                <a:close/>
                <a:moveTo>
                  <a:pt x="32440" y="81239"/>
                </a:moveTo>
                <a:cubicBezTo>
                  <a:pt x="43622" y="81066"/>
                  <a:pt x="48384" y="74336"/>
                  <a:pt x="49454" y="70713"/>
                </a:cubicBezTo>
                <a:cubicBezTo>
                  <a:pt x="50317" y="67227"/>
                  <a:pt x="50179" y="65053"/>
                  <a:pt x="50179" y="61257"/>
                </a:cubicBezTo>
                <a:cubicBezTo>
                  <a:pt x="46831" y="60463"/>
                  <a:pt x="42034" y="59566"/>
                  <a:pt x="36513" y="59566"/>
                </a:cubicBezTo>
                <a:cubicBezTo>
                  <a:pt x="31267" y="59186"/>
                  <a:pt x="21742" y="61498"/>
                  <a:pt x="22121" y="70713"/>
                </a:cubicBezTo>
                <a:cubicBezTo>
                  <a:pt x="21707" y="76511"/>
                  <a:pt x="25952" y="81549"/>
                  <a:pt x="32475" y="81239"/>
                </a:cubicBezTo>
                <a:close/>
                <a:moveTo>
                  <a:pt x="91419" y="89211"/>
                </a:moveTo>
                <a:cubicBezTo>
                  <a:pt x="88693" y="89452"/>
                  <a:pt x="87451" y="87520"/>
                  <a:pt x="87036" y="85621"/>
                </a:cubicBezTo>
                <a:lnTo>
                  <a:pt x="69850" y="28782"/>
                </a:lnTo>
                <a:cubicBezTo>
                  <a:pt x="69505" y="27816"/>
                  <a:pt x="69298" y="26849"/>
                  <a:pt x="69194" y="25814"/>
                </a:cubicBezTo>
                <a:cubicBezTo>
                  <a:pt x="69125" y="25400"/>
                  <a:pt x="69229" y="24986"/>
                  <a:pt x="69470" y="24641"/>
                </a:cubicBezTo>
                <a:cubicBezTo>
                  <a:pt x="69712" y="24296"/>
                  <a:pt x="70092" y="24089"/>
                  <a:pt x="70506" y="24020"/>
                </a:cubicBezTo>
                <a:cubicBezTo>
                  <a:pt x="70575" y="24020"/>
                  <a:pt x="69781" y="24020"/>
                  <a:pt x="78167" y="24020"/>
                </a:cubicBezTo>
                <a:cubicBezTo>
                  <a:pt x="81204" y="23709"/>
                  <a:pt x="82170" y="26090"/>
                  <a:pt x="82515" y="27609"/>
                </a:cubicBezTo>
                <a:lnTo>
                  <a:pt x="94870" y="76200"/>
                </a:lnTo>
                <a:lnTo>
                  <a:pt x="106328" y="27609"/>
                </a:lnTo>
                <a:cubicBezTo>
                  <a:pt x="106501" y="26504"/>
                  <a:pt x="107329" y="23778"/>
                  <a:pt x="110745" y="24089"/>
                </a:cubicBezTo>
                <a:lnTo>
                  <a:pt x="116681" y="24089"/>
                </a:lnTo>
                <a:cubicBezTo>
                  <a:pt x="117440" y="24020"/>
                  <a:pt x="120512" y="23916"/>
                  <a:pt x="121064" y="27678"/>
                </a:cubicBezTo>
                <a:lnTo>
                  <a:pt x="132556" y="76856"/>
                </a:lnTo>
                <a:lnTo>
                  <a:pt x="145291" y="27643"/>
                </a:lnTo>
                <a:cubicBezTo>
                  <a:pt x="145463" y="26884"/>
                  <a:pt x="146223" y="23709"/>
                  <a:pt x="149674" y="24054"/>
                </a:cubicBezTo>
                <a:lnTo>
                  <a:pt x="156472" y="24054"/>
                </a:lnTo>
                <a:cubicBezTo>
                  <a:pt x="156783" y="24020"/>
                  <a:pt x="158612" y="23778"/>
                  <a:pt x="158301" y="27022"/>
                </a:cubicBezTo>
                <a:cubicBezTo>
                  <a:pt x="158163" y="27643"/>
                  <a:pt x="159475" y="23329"/>
                  <a:pt x="140080" y="85656"/>
                </a:cubicBezTo>
                <a:cubicBezTo>
                  <a:pt x="139700" y="87554"/>
                  <a:pt x="138423" y="89487"/>
                  <a:pt x="135697" y="89245"/>
                </a:cubicBezTo>
                <a:lnTo>
                  <a:pt x="129243" y="89245"/>
                </a:lnTo>
                <a:cubicBezTo>
                  <a:pt x="125482" y="89659"/>
                  <a:pt x="124929" y="85898"/>
                  <a:pt x="124860" y="85552"/>
                </a:cubicBezTo>
                <a:lnTo>
                  <a:pt x="113403" y="38238"/>
                </a:lnTo>
                <a:lnTo>
                  <a:pt x="102083" y="85518"/>
                </a:lnTo>
                <a:cubicBezTo>
                  <a:pt x="102014" y="85898"/>
                  <a:pt x="101496" y="89625"/>
                  <a:pt x="97700" y="89211"/>
                </a:cubicBezTo>
                <a:lnTo>
                  <a:pt x="91385" y="89211"/>
                </a:lnTo>
                <a:lnTo>
                  <a:pt x="91385" y="89211"/>
                </a:lnTo>
                <a:close/>
                <a:moveTo>
                  <a:pt x="185807" y="91143"/>
                </a:moveTo>
                <a:cubicBezTo>
                  <a:pt x="183770" y="91143"/>
                  <a:pt x="174107" y="91040"/>
                  <a:pt x="165997" y="86898"/>
                </a:cubicBezTo>
                <a:cubicBezTo>
                  <a:pt x="165204" y="86553"/>
                  <a:pt x="164513" y="86001"/>
                  <a:pt x="164030" y="85242"/>
                </a:cubicBezTo>
                <a:cubicBezTo>
                  <a:pt x="163547" y="84483"/>
                  <a:pt x="163305" y="83654"/>
                  <a:pt x="163305" y="82792"/>
                </a:cubicBezTo>
                <a:lnTo>
                  <a:pt x="163305" y="79099"/>
                </a:lnTo>
                <a:cubicBezTo>
                  <a:pt x="163305" y="76165"/>
                  <a:pt x="165445" y="76718"/>
                  <a:pt x="166342" y="77063"/>
                </a:cubicBezTo>
                <a:cubicBezTo>
                  <a:pt x="169793" y="78478"/>
                  <a:pt x="172037" y="79513"/>
                  <a:pt x="176282" y="80376"/>
                </a:cubicBezTo>
                <a:cubicBezTo>
                  <a:pt x="188947" y="82964"/>
                  <a:pt x="194503" y="79582"/>
                  <a:pt x="195849" y="78823"/>
                </a:cubicBezTo>
                <a:cubicBezTo>
                  <a:pt x="200405" y="76131"/>
                  <a:pt x="200750" y="69954"/>
                  <a:pt x="197678" y="66779"/>
                </a:cubicBezTo>
                <a:cubicBezTo>
                  <a:pt x="194055" y="63742"/>
                  <a:pt x="192329" y="63638"/>
                  <a:pt x="179353" y="59531"/>
                </a:cubicBezTo>
                <a:cubicBezTo>
                  <a:pt x="177765" y="59083"/>
                  <a:pt x="164272" y="54838"/>
                  <a:pt x="164237" y="41448"/>
                </a:cubicBezTo>
                <a:cubicBezTo>
                  <a:pt x="164030" y="31715"/>
                  <a:pt x="172865" y="22052"/>
                  <a:pt x="188222" y="22121"/>
                </a:cubicBezTo>
                <a:cubicBezTo>
                  <a:pt x="192605" y="22121"/>
                  <a:pt x="204235" y="23536"/>
                  <a:pt x="207410" y="27505"/>
                </a:cubicBezTo>
                <a:cubicBezTo>
                  <a:pt x="207893" y="28230"/>
                  <a:pt x="208101" y="29093"/>
                  <a:pt x="208066" y="29921"/>
                </a:cubicBezTo>
                <a:lnTo>
                  <a:pt x="208066" y="33407"/>
                </a:lnTo>
                <a:cubicBezTo>
                  <a:pt x="208066" y="34925"/>
                  <a:pt x="207514" y="35719"/>
                  <a:pt x="206375" y="35719"/>
                </a:cubicBezTo>
                <a:cubicBezTo>
                  <a:pt x="203718" y="35408"/>
                  <a:pt x="198990" y="31854"/>
                  <a:pt x="189396" y="31992"/>
                </a:cubicBezTo>
                <a:cubicBezTo>
                  <a:pt x="187014" y="31854"/>
                  <a:pt x="175626" y="32302"/>
                  <a:pt x="176143" y="40619"/>
                </a:cubicBezTo>
                <a:cubicBezTo>
                  <a:pt x="176005" y="47176"/>
                  <a:pt x="185323" y="49627"/>
                  <a:pt x="186393" y="49903"/>
                </a:cubicBezTo>
                <a:cubicBezTo>
                  <a:pt x="198990" y="53699"/>
                  <a:pt x="203165" y="54320"/>
                  <a:pt x="208170" y="60118"/>
                </a:cubicBezTo>
                <a:cubicBezTo>
                  <a:pt x="214071" y="67779"/>
                  <a:pt x="210896" y="76787"/>
                  <a:pt x="209654" y="79237"/>
                </a:cubicBezTo>
                <a:cubicBezTo>
                  <a:pt x="203062" y="92179"/>
                  <a:pt x="186048" y="91109"/>
                  <a:pt x="185737" y="91109"/>
                </a:cubicBezTo>
                <a:close/>
                <a:moveTo>
                  <a:pt x="199680" y="127345"/>
                </a:moveTo>
                <a:cubicBezTo>
                  <a:pt x="175522" y="145187"/>
                  <a:pt x="140425" y="154678"/>
                  <a:pt x="110469" y="154678"/>
                </a:cubicBezTo>
                <a:cubicBezTo>
                  <a:pt x="70057" y="154954"/>
                  <a:pt x="30991" y="140080"/>
                  <a:pt x="966" y="113023"/>
                </a:cubicBezTo>
                <a:cubicBezTo>
                  <a:pt x="-1277" y="110987"/>
                  <a:pt x="690" y="108192"/>
                  <a:pt x="3451" y="109745"/>
                </a:cubicBezTo>
                <a:cubicBezTo>
                  <a:pt x="36754" y="128795"/>
                  <a:pt x="74440" y="138803"/>
                  <a:pt x="112816" y="138768"/>
                </a:cubicBezTo>
                <a:cubicBezTo>
                  <a:pt x="141460" y="138630"/>
                  <a:pt x="169793" y="132798"/>
                  <a:pt x="196194" y="121685"/>
                </a:cubicBezTo>
                <a:cubicBezTo>
                  <a:pt x="200267" y="119960"/>
                  <a:pt x="203718" y="124377"/>
                  <a:pt x="199680" y="127345"/>
                </a:cubicBezTo>
                <a:close/>
                <a:moveTo>
                  <a:pt x="209757" y="115853"/>
                </a:moveTo>
                <a:cubicBezTo>
                  <a:pt x="206651" y="111884"/>
                  <a:pt x="189292" y="113989"/>
                  <a:pt x="181527" y="114921"/>
                </a:cubicBezTo>
                <a:cubicBezTo>
                  <a:pt x="179180" y="115197"/>
                  <a:pt x="178801" y="113161"/>
                  <a:pt x="180906" y="111643"/>
                </a:cubicBezTo>
                <a:cubicBezTo>
                  <a:pt x="194745" y="101911"/>
                  <a:pt x="217453" y="104706"/>
                  <a:pt x="220041" y="107985"/>
                </a:cubicBezTo>
                <a:cubicBezTo>
                  <a:pt x="222630" y="111263"/>
                  <a:pt x="219317" y="134006"/>
                  <a:pt x="206375" y="144877"/>
                </a:cubicBezTo>
                <a:cubicBezTo>
                  <a:pt x="204373" y="146568"/>
                  <a:pt x="202475" y="145670"/>
                  <a:pt x="203373" y="143462"/>
                </a:cubicBezTo>
                <a:cubicBezTo>
                  <a:pt x="206271" y="136111"/>
                  <a:pt x="212829" y="119822"/>
                  <a:pt x="209723" y="115853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4"/>
          <p:cNvSpPr/>
          <p:nvPr/>
        </p:nvSpPr>
        <p:spPr>
          <a:xfrm>
            <a:off x="6712364" y="5256696"/>
            <a:ext cx="4965148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AWS Console</a:t>
            </a:r>
            <a:endParaRPr sz="1600" b="0" i="0" u="none" strike="noStrike" cap="none"/>
          </a:p>
        </p:txBody>
      </p:sp>
      <p:sp>
        <p:nvSpPr>
          <p:cNvPr id="788" name="Google Shape;788;p14"/>
          <p:cNvSpPr/>
          <p:nvPr/>
        </p:nvSpPr>
        <p:spPr>
          <a:xfrm>
            <a:off x="6712364" y="5433391"/>
            <a:ext cx="4956313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EC2, RDS, CloudWatch views</a:t>
            </a:r>
            <a:endParaRPr sz="1600" b="0" i="0" u="none" strike="noStrike" cap="none"/>
          </a:p>
        </p:txBody>
      </p:sp>
      <p:sp>
        <p:nvSpPr>
          <p:cNvPr id="789" name="Google Shape;789;p14"/>
          <p:cNvSpPr/>
          <p:nvPr/>
        </p:nvSpPr>
        <p:spPr>
          <a:xfrm>
            <a:off x="6314799" y="5716104"/>
            <a:ext cx="5371548" cy="459409"/>
          </a:xfrm>
          <a:custGeom>
            <a:avLst/>
            <a:gdLst/>
            <a:ahLst/>
            <a:cxnLst/>
            <a:rect l="l" t="t" r="r" b="b"/>
            <a:pathLst>
              <a:path w="5371548" h="459409" extrusionOk="0">
                <a:moveTo>
                  <a:pt x="35338" y="0"/>
                </a:moveTo>
                <a:lnTo>
                  <a:pt x="5336210" y="0"/>
                </a:lnTo>
                <a:cubicBezTo>
                  <a:pt x="5355727" y="0"/>
                  <a:pt x="5371548" y="15821"/>
                  <a:pt x="5371548" y="35338"/>
                </a:cubicBezTo>
                <a:lnTo>
                  <a:pt x="5371548" y="424071"/>
                </a:lnTo>
                <a:cubicBezTo>
                  <a:pt x="5371548" y="443587"/>
                  <a:pt x="5355727" y="459409"/>
                  <a:pt x="5336210" y="459409"/>
                </a:cubicBezTo>
                <a:lnTo>
                  <a:pt x="35338" y="459409"/>
                </a:lnTo>
                <a:cubicBezTo>
                  <a:pt x="15834" y="459409"/>
                  <a:pt x="0" y="443574"/>
                  <a:pt x="0" y="424071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4"/>
          <p:cNvSpPr/>
          <p:nvPr/>
        </p:nvSpPr>
        <p:spPr>
          <a:xfrm>
            <a:off x="6429651" y="5857461"/>
            <a:ext cx="132522" cy="176696"/>
          </a:xfrm>
          <a:custGeom>
            <a:avLst/>
            <a:gdLst/>
            <a:ahLst/>
            <a:cxnLst/>
            <a:rect l="l" t="t" r="r" b="b"/>
            <a:pathLst>
              <a:path w="132522" h="176696" extrusionOk="0">
                <a:moveTo>
                  <a:pt x="0" y="22087"/>
                </a:moveTo>
                <a:cubicBezTo>
                  <a:pt x="0" y="9905"/>
                  <a:pt x="9905" y="0"/>
                  <a:pt x="22087" y="0"/>
                </a:cubicBezTo>
                <a:lnTo>
                  <a:pt x="73681" y="0"/>
                </a:lnTo>
                <a:cubicBezTo>
                  <a:pt x="79548" y="0"/>
                  <a:pt x="85173" y="2312"/>
                  <a:pt x="89314" y="6454"/>
                </a:cubicBezTo>
                <a:lnTo>
                  <a:pt x="126068" y="43242"/>
                </a:lnTo>
                <a:cubicBezTo>
                  <a:pt x="130210" y="47383"/>
                  <a:pt x="132522" y="53009"/>
                  <a:pt x="132522" y="58876"/>
                </a:cubicBezTo>
                <a:lnTo>
                  <a:pt x="132522" y="154609"/>
                </a:lnTo>
                <a:cubicBezTo>
                  <a:pt x="132522" y="166791"/>
                  <a:pt x="122617" y="176696"/>
                  <a:pt x="110435" y="176696"/>
                </a:cubicBezTo>
                <a:lnTo>
                  <a:pt x="22087" y="176696"/>
                </a:lnTo>
                <a:cubicBezTo>
                  <a:pt x="9905" y="176696"/>
                  <a:pt x="0" y="166791"/>
                  <a:pt x="0" y="154609"/>
                </a:cubicBezTo>
                <a:lnTo>
                  <a:pt x="0" y="22087"/>
                </a:lnTo>
                <a:close/>
                <a:moveTo>
                  <a:pt x="71783" y="20189"/>
                </a:moveTo>
                <a:lnTo>
                  <a:pt x="71783" y="52457"/>
                </a:lnTo>
                <a:cubicBezTo>
                  <a:pt x="71783" y="57046"/>
                  <a:pt x="75475" y="60739"/>
                  <a:pt x="80065" y="60739"/>
                </a:cubicBezTo>
                <a:lnTo>
                  <a:pt x="112333" y="60739"/>
                </a:lnTo>
                <a:lnTo>
                  <a:pt x="71783" y="20189"/>
                </a:lnTo>
                <a:close/>
                <a:moveTo>
                  <a:pt x="22087" y="30370"/>
                </a:moveTo>
                <a:cubicBezTo>
                  <a:pt x="22087" y="34960"/>
                  <a:pt x="25780" y="38652"/>
                  <a:pt x="30370" y="38652"/>
                </a:cubicBezTo>
                <a:lnTo>
                  <a:pt x="46935" y="38652"/>
                </a:lnTo>
                <a:cubicBezTo>
                  <a:pt x="51525" y="38652"/>
                  <a:pt x="55217" y="34960"/>
                  <a:pt x="55217" y="30370"/>
                </a:cubicBezTo>
                <a:cubicBezTo>
                  <a:pt x="55217" y="25780"/>
                  <a:pt x="51525" y="22087"/>
                  <a:pt x="46935" y="22087"/>
                </a:cubicBezTo>
                <a:lnTo>
                  <a:pt x="30370" y="22087"/>
                </a:lnTo>
                <a:cubicBezTo>
                  <a:pt x="25780" y="22087"/>
                  <a:pt x="22087" y="25780"/>
                  <a:pt x="22087" y="30370"/>
                </a:cubicBezTo>
                <a:close/>
                <a:moveTo>
                  <a:pt x="22087" y="63500"/>
                </a:moveTo>
                <a:cubicBezTo>
                  <a:pt x="22087" y="68090"/>
                  <a:pt x="25780" y="71783"/>
                  <a:pt x="30370" y="71783"/>
                </a:cubicBezTo>
                <a:lnTo>
                  <a:pt x="46935" y="71783"/>
                </a:lnTo>
                <a:cubicBezTo>
                  <a:pt x="51525" y="71783"/>
                  <a:pt x="55217" y="68090"/>
                  <a:pt x="55217" y="63500"/>
                </a:cubicBezTo>
                <a:cubicBezTo>
                  <a:pt x="55217" y="58910"/>
                  <a:pt x="51525" y="55217"/>
                  <a:pt x="46935" y="55217"/>
                </a:cubicBezTo>
                <a:lnTo>
                  <a:pt x="30370" y="55217"/>
                </a:lnTo>
                <a:cubicBezTo>
                  <a:pt x="25780" y="55217"/>
                  <a:pt x="22087" y="58910"/>
                  <a:pt x="22087" y="63500"/>
                </a:cubicBezTo>
                <a:close/>
                <a:moveTo>
                  <a:pt x="60739" y="89728"/>
                </a:moveTo>
                <a:lnTo>
                  <a:pt x="60739" y="91109"/>
                </a:lnTo>
                <a:cubicBezTo>
                  <a:pt x="50800" y="91212"/>
                  <a:pt x="42793" y="99288"/>
                  <a:pt x="42793" y="109227"/>
                </a:cubicBezTo>
                <a:cubicBezTo>
                  <a:pt x="42793" y="118096"/>
                  <a:pt x="49178" y="125654"/>
                  <a:pt x="57944" y="127104"/>
                </a:cubicBezTo>
                <a:lnTo>
                  <a:pt x="72335" y="129519"/>
                </a:lnTo>
                <a:cubicBezTo>
                  <a:pt x="74405" y="129864"/>
                  <a:pt x="75924" y="131659"/>
                  <a:pt x="75924" y="133764"/>
                </a:cubicBezTo>
                <a:cubicBezTo>
                  <a:pt x="75924" y="136145"/>
                  <a:pt x="73991" y="138078"/>
                  <a:pt x="71610" y="138078"/>
                </a:cubicBezTo>
                <a:lnTo>
                  <a:pt x="52457" y="138043"/>
                </a:lnTo>
                <a:cubicBezTo>
                  <a:pt x="48660" y="138043"/>
                  <a:pt x="45554" y="141149"/>
                  <a:pt x="45554" y="144946"/>
                </a:cubicBezTo>
                <a:cubicBezTo>
                  <a:pt x="45554" y="148742"/>
                  <a:pt x="48660" y="151848"/>
                  <a:pt x="52457" y="151848"/>
                </a:cubicBezTo>
                <a:lnTo>
                  <a:pt x="60739" y="151848"/>
                </a:lnTo>
                <a:lnTo>
                  <a:pt x="60739" y="153228"/>
                </a:lnTo>
                <a:cubicBezTo>
                  <a:pt x="60739" y="157024"/>
                  <a:pt x="63845" y="160130"/>
                  <a:pt x="67641" y="160130"/>
                </a:cubicBezTo>
                <a:cubicBezTo>
                  <a:pt x="71438" y="160130"/>
                  <a:pt x="74543" y="157024"/>
                  <a:pt x="74543" y="153228"/>
                </a:cubicBezTo>
                <a:lnTo>
                  <a:pt x="74543" y="151606"/>
                </a:lnTo>
                <a:cubicBezTo>
                  <a:pt x="83171" y="150191"/>
                  <a:pt x="89728" y="142737"/>
                  <a:pt x="89728" y="133730"/>
                </a:cubicBezTo>
                <a:cubicBezTo>
                  <a:pt x="89728" y="124860"/>
                  <a:pt x="83344" y="117302"/>
                  <a:pt x="74578" y="115853"/>
                </a:cubicBezTo>
                <a:lnTo>
                  <a:pt x="60187" y="113437"/>
                </a:lnTo>
                <a:cubicBezTo>
                  <a:pt x="58116" y="113092"/>
                  <a:pt x="56598" y="111298"/>
                  <a:pt x="56598" y="109192"/>
                </a:cubicBezTo>
                <a:cubicBezTo>
                  <a:pt x="56598" y="106811"/>
                  <a:pt x="58530" y="104879"/>
                  <a:pt x="60912" y="104879"/>
                </a:cubicBezTo>
                <a:lnTo>
                  <a:pt x="77304" y="104879"/>
                </a:lnTo>
                <a:cubicBezTo>
                  <a:pt x="81101" y="104879"/>
                  <a:pt x="84207" y="101773"/>
                  <a:pt x="84207" y="97976"/>
                </a:cubicBezTo>
                <a:cubicBezTo>
                  <a:pt x="84207" y="94180"/>
                  <a:pt x="81101" y="91074"/>
                  <a:pt x="77304" y="91074"/>
                </a:cubicBezTo>
                <a:lnTo>
                  <a:pt x="74543" y="91074"/>
                </a:lnTo>
                <a:lnTo>
                  <a:pt x="74543" y="89694"/>
                </a:lnTo>
                <a:cubicBezTo>
                  <a:pt x="74543" y="85898"/>
                  <a:pt x="71437" y="82792"/>
                  <a:pt x="67641" y="82792"/>
                </a:cubicBezTo>
                <a:cubicBezTo>
                  <a:pt x="63845" y="82792"/>
                  <a:pt x="60739" y="85898"/>
                  <a:pt x="60739" y="89694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14"/>
          <p:cNvSpPr/>
          <p:nvPr/>
        </p:nvSpPr>
        <p:spPr>
          <a:xfrm>
            <a:off x="6712364" y="5786783"/>
            <a:ext cx="4965148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AWS Billing</a:t>
            </a:r>
            <a:endParaRPr sz="1600" b="0" i="0" u="none" strike="noStrike" cap="none"/>
          </a:p>
        </p:txBody>
      </p:sp>
      <p:sp>
        <p:nvSpPr>
          <p:cNvPr id="792" name="Google Shape;792;p14"/>
          <p:cNvSpPr/>
          <p:nvPr/>
        </p:nvSpPr>
        <p:spPr>
          <a:xfrm>
            <a:off x="6712364" y="5963478"/>
            <a:ext cx="4956313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 charge confirmation</a:t>
            </a:r>
            <a:endParaRPr sz="1600" b="0" i="0" u="none" strike="noStrike" cap="none"/>
          </a:p>
        </p:txBody>
      </p:sp>
      <p:sp>
        <p:nvSpPr>
          <p:cNvPr id="793" name="Google Shape;793;p14"/>
          <p:cNvSpPr/>
          <p:nvPr/>
        </p:nvSpPr>
        <p:spPr>
          <a:xfrm>
            <a:off x="6314799" y="6246191"/>
            <a:ext cx="5371548" cy="459409"/>
          </a:xfrm>
          <a:custGeom>
            <a:avLst/>
            <a:gdLst/>
            <a:ahLst/>
            <a:cxnLst/>
            <a:rect l="l" t="t" r="r" b="b"/>
            <a:pathLst>
              <a:path w="5371548" h="459409" extrusionOk="0">
                <a:moveTo>
                  <a:pt x="35338" y="0"/>
                </a:moveTo>
                <a:lnTo>
                  <a:pt x="5336210" y="0"/>
                </a:lnTo>
                <a:cubicBezTo>
                  <a:pt x="5355727" y="0"/>
                  <a:pt x="5371548" y="15821"/>
                  <a:pt x="5371548" y="35338"/>
                </a:cubicBezTo>
                <a:lnTo>
                  <a:pt x="5371548" y="424071"/>
                </a:lnTo>
                <a:cubicBezTo>
                  <a:pt x="5371548" y="443587"/>
                  <a:pt x="5355727" y="459409"/>
                  <a:pt x="5336210" y="459409"/>
                </a:cubicBezTo>
                <a:lnTo>
                  <a:pt x="35338" y="459409"/>
                </a:lnTo>
                <a:cubicBezTo>
                  <a:pt x="15834" y="459409"/>
                  <a:pt x="0" y="443574"/>
                  <a:pt x="0" y="424071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4"/>
          <p:cNvSpPr/>
          <p:nvPr/>
        </p:nvSpPr>
        <p:spPr>
          <a:xfrm>
            <a:off x="6407564" y="6387548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 extrusionOk="0">
                <a:moveTo>
                  <a:pt x="60014" y="137146"/>
                </a:moveTo>
                <a:cubicBezTo>
                  <a:pt x="60014" y="137836"/>
                  <a:pt x="59221" y="138389"/>
                  <a:pt x="58220" y="138389"/>
                </a:cubicBezTo>
                <a:cubicBezTo>
                  <a:pt x="57081" y="138492"/>
                  <a:pt x="56287" y="137940"/>
                  <a:pt x="56287" y="137146"/>
                </a:cubicBezTo>
                <a:cubicBezTo>
                  <a:pt x="56287" y="136456"/>
                  <a:pt x="57081" y="135904"/>
                  <a:pt x="58082" y="135904"/>
                </a:cubicBezTo>
                <a:cubicBezTo>
                  <a:pt x="59117" y="135800"/>
                  <a:pt x="60014" y="136352"/>
                  <a:pt x="60014" y="137146"/>
                </a:cubicBezTo>
                <a:close/>
                <a:moveTo>
                  <a:pt x="49282" y="135593"/>
                </a:moveTo>
                <a:cubicBezTo>
                  <a:pt x="49040" y="136283"/>
                  <a:pt x="49730" y="137077"/>
                  <a:pt x="50765" y="137284"/>
                </a:cubicBezTo>
                <a:cubicBezTo>
                  <a:pt x="51663" y="137629"/>
                  <a:pt x="52698" y="137284"/>
                  <a:pt x="52905" y="136594"/>
                </a:cubicBezTo>
                <a:cubicBezTo>
                  <a:pt x="53112" y="135904"/>
                  <a:pt x="52457" y="135110"/>
                  <a:pt x="51421" y="134799"/>
                </a:cubicBezTo>
                <a:cubicBezTo>
                  <a:pt x="50524" y="134558"/>
                  <a:pt x="49523" y="134903"/>
                  <a:pt x="49282" y="135593"/>
                </a:cubicBezTo>
                <a:close/>
                <a:moveTo>
                  <a:pt x="64535" y="135007"/>
                </a:moveTo>
                <a:cubicBezTo>
                  <a:pt x="63535" y="135248"/>
                  <a:pt x="62844" y="135904"/>
                  <a:pt x="62948" y="136698"/>
                </a:cubicBezTo>
                <a:cubicBezTo>
                  <a:pt x="63051" y="137388"/>
                  <a:pt x="63949" y="137836"/>
                  <a:pt x="64984" y="137595"/>
                </a:cubicBezTo>
                <a:cubicBezTo>
                  <a:pt x="65985" y="137353"/>
                  <a:pt x="66675" y="136698"/>
                  <a:pt x="66571" y="136007"/>
                </a:cubicBezTo>
                <a:cubicBezTo>
                  <a:pt x="66468" y="135352"/>
                  <a:pt x="65536" y="134903"/>
                  <a:pt x="64535" y="135007"/>
                </a:cubicBezTo>
                <a:close/>
                <a:moveTo>
                  <a:pt x="87243" y="2761"/>
                </a:moveTo>
                <a:cubicBezTo>
                  <a:pt x="39377" y="2761"/>
                  <a:pt x="2761" y="39101"/>
                  <a:pt x="2761" y="86967"/>
                </a:cubicBezTo>
                <a:cubicBezTo>
                  <a:pt x="2761" y="125240"/>
                  <a:pt x="26849" y="157991"/>
                  <a:pt x="61257" y="169517"/>
                </a:cubicBezTo>
                <a:cubicBezTo>
                  <a:pt x="65674" y="170311"/>
                  <a:pt x="67227" y="167585"/>
                  <a:pt x="67227" y="165342"/>
                </a:cubicBezTo>
                <a:cubicBezTo>
                  <a:pt x="67227" y="163202"/>
                  <a:pt x="67124" y="151399"/>
                  <a:pt x="67124" y="144152"/>
                </a:cubicBezTo>
                <a:cubicBezTo>
                  <a:pt x="67124" y="144152"/>
                  <a:pt x="42966" y="149329"/>
                  <a:pt x="37893" y="133868"/>
                </a:cubicBezTo>
                <a:cubicBezTo>
                  <a:pt x="37893" y="133868"/>
                  <a:pt x="33959" y="123825"/>
                  <a:pt x="28299" y="121237"/>
                </a:cubicBezTo>
                <a:cubicBezTo>
                  <a:pt x="28299" y="121237"/>
                  <a:pt x="20396" y="115818"/>
                  <a:pt x="28851" y="115922"/>
                </a:cubicBezTo>
                <a:cubicBezTo>
                  <a:pt x="28851" y="115922"/>
                  <a:pt x="37444" y="116612"/>
                  <a:pt x="42172" y="124826"/>
                </a:cubicBezTo>
                <a:cubicBezTo>
                  <a:pt x="49730" y="138147"/>
                  <a:pt x="62396" y="134316"/>
                  <a:pt x="67331" y="132039"/>
                </a:cubicBezTo>
                <a:cubicBezTo>
                  <a:pt x="68124" y="126517"/>
                  <a:pt x="70368" y="122686"/>
                  <a:pt x="72852" y="120408"/>
                </a:cubicBezTo>
                <a:cubicBezTo>
                  <a:pt x="53561" y="118269"/>
                  <a:pt x="34097" y="115473"/>
                  <a:pt x="34097" y="82274"/>
                </a:cubicBezTo>
                <a:cubicBezTo>
                  <a:pt x="34097" y="72783"/>
                  <a:pt x="36720" y="68021"/>
                  <a:pt x="42241" y="61947"/>
                </a:cubicBezTo>
                <a:cubicBezTo>
                  <a:pt x="41344" y="59704"/>
                  <a:pt x="38411" y="50455"/>
                  <a:pt x="43139" y="38514"/>
                </a:cubicBezTo>
                <a:cubicBezTo>
                  <a:pt x="50351" y="36271"/>
                  <a:pt x="66951" y="47832"/>
                  <a:pt x="66951" y="47832"/>
                </a:cubicBezTo>
                <a:cubicBezTo>
                  <a:pt x="73853" y="45899"/>
                  <a:pt x="81273" y="44899"/>
                  <a:pt x="88624" y="44899"/>
                </a:cubicBezTo>
                <a:cubicBezTo>
                  <a:pt x="95975" y="44899"/>
                  <a:pt x="103395" y="45899"/>
                  <a:pt x="110297" y="47832"/>
                </a:cubicBezTo>
                <a:cubicBezTo>
                  <a:pt x="110297" y="47832"/>
                  <a:pt x="126896" y="36236"/>
                  <a:pt x="134109" y="38514"/>
                </a:cubicBezTo>
                <a:cubicBezTo>
                  <a:pt x="138837" y="50489"/>
                  <a:pt x="135904" y="59704"/>
                  <a:pt x="135007" y="61947"/>
                </a:cubicBezTo>
                <a:cubicBezTo>
                  <a:pt x="140528" y="68055"/>
                  <a:pt x="143910" y="72818"/>
                  <a:pt x="143910" y="82274"/>
                </a:cubicBezTo>
                <a:cubicBezTo>
                  <a:pt x="143910" y="115577"/>
                  <a:pt x="123583" y="118234"/>
                  <a:pt x="104292" y="120408"/>
                </a:cubicBezTo>
                <a:cubicBezTo>
                  <a:pt x="107467" y="123135"/>
                  <a:pt x="110159" y="128311"/>
                  <a:pt x="110159" y="136421"/>
                </a:cubicBezTo>
                <a:cubicBezTo>
                  <a:pt x="110159" y="148052"/>
                  <a:pt x="110055" y="162443"/>
                  <a:pt x="110055" y="165273"/>
                </a:cubicBezTo>
                <a:cubicBezTo>
                  <a:pt x="110055" y="167516"/>
                  <a:pt x="111643" y="170242"/>
                  <a:pt x="116026" y="169448"/>
                </a:cubicBezTo>
                <a:cubicBezTo>
                  <a:pt x="150536" y="157991"/>
                  <a:pt x="173935" y="125240"/>
                  <a:pt x="173935" y="86967"/>
                </a:cubicBezTo>
                <a:cubicBezTo>
                  <a:pt x="173935" y="39101"/>
                  <a:pt x="135110" y="2761"/>
                  <a:pt x="87243" y="2761"/>
                </a:cubicBezTo>
                <a:close/>
                <a:moveTo>
                  <a:pt x="36305" y="121789"/>
                </a:moveTo>
                <a:cubicBezTo>
                  <a:pt x="35857" y="122134"/>
                  <a:pt x="35960" y="122928"/>
                  <a:pt x="36547" y="123583"/>
                </a:cubicBezTo>
                <a:cubicBezTo>
                  <a:pt x="37099" y="124136"/>
                  <a:pt x="37893" y="124377"/>
                  <a:pt x="38342" y="123929"/>
                </a:cubicBezTo>
                <a:cubicBezTo>
                  <a:pt x="38790" y="123583"/>
                  <a:pt x="38687" y="122790"/>
                  <a:pt x="38100" y="122134"/>
                </a:cubicBezTo>
                <a:cubicBezTo>
                  <a:pt x="37548" y="121582"/>
                  <a:pt x="36754" y="121340"/>
                  <a:pt x="36305" y="121789"/>
                </a:cubicBezTo>
                <a:close/>
                <a:moveTo>
                  <a:pt x="32578" y="118993"/>
                </a:moveTo>
                <a:cubicBezTo>
                  <a:pt x="32337" y="119442"/>
                  <a:pt x="32682" y="119994"/>
                  <a:pt x="33372" y="120339"/>
                </a:cubicBezTo>
                <a:cubicBezTo>
                  <a:pt x="33924" y="120685"/>
                  <a:pt x="34614" y="120581"/>
                  <a:pt x="34856" y="120098"/>
                </a:cubicBezTo>
                <a:cubicBezTo>
                  <a:pt x="35098" y="119649"/>
                  <a:pt x="34752" y="119097"/>
                  <a:pt x="34062" y="118752"/>
                </a:cubicBezTo>
                <a:cubicBezTo>
                  <a:pt x="33372" y="118545"/>
                  <a:pt x="32820" y="118648"/>
                  <a:pt x="32578" y="118993"/>
                </a:cubicBezTo>
                <a:close/>
                <a:moveTo>
                  <a:pt x="43760" y="131279"/>
                </a:moveTo>
                <a:cubicBezTo>
                  <a:pt x="43208" y="131728"/>
                  <a:pt x="43415" y="132763"/>
                  <a:pt x="44208" y="133419"/>
                </a:cubicBezTo>
                <a:cubicBezTo>
                  <a:pt x="45002" y="134213"/>
                  <a:pt x="46003" y="134316"/>
                  <a:pt x="46452" y="133764"/>
                </a:cubicBezTo>
                <a:cubicBezTo>
                  <a:pt x="46900" y="133315"/>
                  <a:pt x="46693" y="132280"/>
                  <a:pt x="46003" y="131624"/>
                </a:cubicBezTo>
                <a:cubicBezTo>
                  <a:pt x="45244" y="130831"/>
                  <a:pt x="44208" y="130727"/>
                  <a:pt x="43760" y="131279"/>
                </a:cubicBezTo>
                <a:close/>
                <a:moveTo>
                  <a:pt x="39826" y="126206"/>
                </a:moveTo>
                <a:cubicBezTo>
                  <a:pt x="39273" y="126551"/>
                  <a:pt x="39273" y="127449"/>
                  <a:pt x="39826" y="128242"/>
                </a:cubicBezTo>
                <a:cubicBezTo>
                  <a:pt x="40378" y="129036"/>
                  <a:pt x="41310" y="129381"/>
                  <a:pt x="41758" y="129036"/>
                </a:cubicBezTo>
                <a:cubicBezTo>
                  <a:pt x="42310" y="128588"/>
                  <a:pt x="42310" y="127690"/>
                  <a:pt x="41758" y="126896"/>
                </a:cubicBezTo>
                <a:cubicBezTo>
                  <a:pt x="41275" y="126103"/>
                  <a:pt x="40378" y="125758"/>
                  <a:pt x="39826" y="126206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4"/>
          <p:cNvSpPr/>
          <p:nvPr/>
        </p:nvSpPr>
        <p:spPr>
          <a:xfrm>
            <a:off x="6712364" y="6316870"/>
            <a:ext cx="4965148" cy="17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GitHub Repository</a:t>
            </a:r>
            <a:endParaRPr sz="1600" b="0" i="0" u="none" strike="noStrike" cap="none"/>
          </a:p>
        </p:txBody>
      </p:sp>
      <p:sp>
        <p:nvSpPr>
          <p:cNvPr id="796" name="Google Shape;796;p14"/>
          <p:cNvSpPr/>
          <p:nvPr/>
        </p:nvSpPr>
        <p:spPr>
          <a:xfrm>
            <a:off x="6712364" y="6493565"/>
            <a:ext cx="4956313" cy="14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 and commit history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15" descr="https://kimi-web-img.moonshot.cn/img/img.freepik.com/7303fc36c45b42655ba1cbb2a8affbe93b43cc04.jpg"/>
          <p:cNvPicPr preferRelativeResize="0"/>
          <p:nvPr/>
        </p:nvPicPr>
        <p:blipFill rotWithShape="1">
          <a:blip r:embed="rId3">
            <a:alphaModFix amt="30000"/>
          </a:blip>
          <a:srcRect t="10167" b="1016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803" name="Google Shape;803;p1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90196"/>
                </a:srgbClr>
              </a:gs>
              <a:gs pos="100000">
                <a:srgbClr val="4A6D8C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4" name="Google Shape;804;p15"/>
          <p:cNvSpPr/>
          <p:nvPr/>
        </p:nvSpPr>
        <p:spPr>
          <a:xfrm>
            <a:off x="371707" y="371707"/>
            <a:ext cx="11522927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1" i="0" u="none" strike="noStrike" cap="none">
                <a:solidFill>
                  <a:srgbClr val="38A3A5"/>
                </a:solidFill>
                <a:latin typeface="Liter"/>
                <a:ea typeface="Liter"/>
                <a:cs typeface="Liter"/>
                <a:sym typeface="Liter"/>
              </a:rPr>
              <a:t>Project Summary</a:t>
            </a:r>
            <a:endParaRPr sz="1600" b="0" i="0" u="none" strike="noStrike" cap="none"/>
          </a:p>
        </p:txBody>
      </p:sp>
      <p:sp>
        <p:nvSpPr>
          <p:cNvPr id="805" name="Google Shape;805;p15"/>
          <p:cNvSpPr/>
          <p:nvPr/>
        </p:nvSpPr>
        <p:spPr>
          <a:xfrm>
            <a:off x="371707" y="669073"/>
            <a:ext cx="11671610" cy="44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12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Conclusion &amp; Future Enhancements</a:t>
            </a:r>
            <a:endParaRPr sz="1600" b="0" i="0" u="none" strike="noStrike" cap="none"/>
          </a:p>
        </p:txBody>
      </p:sp>
      <p:sp>
        <p:nvSpPr>
          <p:cNvPr id="806" name="Google Shape;806;p15"/>
          <p:cNvSpPr/>
          <p:nvPr/>
        </p:nvSpPr>
        <p:spPr>
          <a:xfrm>
            <a:off x="371707" y="1263805"/>
            <a:ext cx="892098" cy="37171"/>
          </a:xfrm>
          <a:custGeom>
            <a:avLst/>
            <a:gdLst/>
            <a:ahLst/>
            <a:cxnLst/>
            <a:rect l="l" t="t" r="r" b="b"/>
            <a:pathLst>
              <a:path w="892098" h="37171" extrusionOk="0">
                <a:moveTo>
                  <a:pt x="0" y="0"/>
                </a:moveTo>
                <a:lnTo>
                  <a:pt x="892098" y="0"/>
                </a:lnTo>
                <a:lnTo>
                  <a:pt x="892098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8A3A5"/>
              </a:gs>
              <a:gs pos="100000">
                <a:srgbClr val="4A6D8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7" name="Google Shape;807;p15"/>
          <p:cNvSpPr/>
          <p:nvPr/>
        </p:nvSpPr>
        <p:spPr>
          <a:xfrm>
            <a:off x="376354" y="1454305"/>
            <a:ext cx="5622073" cy="2090854"/>
          </a:xfrm>
          <a:custGeom>
            <a:avLst/>
            <a:gdLst/>
            <a:ahLst/>
            <a:cxnLst/>
            <a:rect l="l" t="t" r="r" b="b"/>
            <a:pathLst>
              <a:path w="5622073" h="2090854" extrusionOk="0">
                <a:moveTo>
                  <a:pt x="74351" y="0"/>
                </a:moveTo>
                <a:lnTo>
                  <a:pt x="5547722" y="0"/>
                </a:lnTo>
                <a:cubicBezTo>
                  <a:pt x="5588785" y="0"/>
                  <a:pt x="5622073" y="33288"/>
                  <a:pt x="5622073" y="74351"/>
                </a:cubicBezTo>
                <a:lnTo>
                  <a:pt x="5622073" y="2016503"/>
                </a:lnTo>
                <a:cubicBezTo>
                  <a:pt x="5622073" y="2057566"/>
                  <a:pt x="5588785" y="2090854"/>
                  <a:pt x="5547722" y="2090854"/>
                </a:cubicBezTo>
                <a:lnTo>
                  <a:pt x="74351" y="2090854"/>
                </a:lnTo>
                <a:cubicBezTo>
                  <a:pt x="33288" y="2090854"/>
                  <a:pt x="0" y="2057566"/>
                  <a:pt x="0" y="2016503"/>
                </a:cubicBezTo>
                <a:lnTo>
                  <a:pt x="0" y="74351"/>
                </a:lnTo>
                <a:cubicBezTo>
                  <a:pt x="0" y="33315"/>
                  <a:pt x="33315" y="0"/>
                  <a:pt x="7435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15"/>
          <p:cNvSpPr/>
          <p:nvPr/>
        </p:nvSpPr>
        <p:spPr>
          <a:xfrm>
            <a:off x="552915" y="1644805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 extrusionOk="0">
                <a:moveTo>
                  <a:pt x="92927" y="185854"/>
                </a:moveTo>
                <a:cubicBezTo>
                  <a:pt x="144215" y="185854"/>
                  <a:pt x="185854" y="144215"/>
                  <a:pt x="185854" y="92927"/>
                </a:cubicBezTo>
                <a:cubicBezTo>
                  <a:pt x="185854" y="41639"/>
                  <a:pt x="144215" y="0"/>
                  <a:pt x="92927" y="0"/>
                </a:cubicBezTo>
                <a:cubicBezTo>
                  <a:pt x="41639" y="0"/>
                  <a:pt x="0" y="41639"/>
                  <a:pt x="0" y="92927"/>
                </a:cubicBezTo>
                <a:cubicBezTo>
                  <a:pt x="0" y="144215"/>
                  <a:pt x="41639" y="185854"/>
                  <a:pt x="92927" y="185854"/>
                </a:cubicBezTo>
                <a:close/>
                <a:moveTo>
                  <a:pt x="123564" y="77209"/>
                </a:moveTo>
                <a:lnTo>
                  <a:pt x="94524" y="123673"/>
                </a:lnTo>
                <a:cubicBezTo>
                  <a:pt x="92999" y="126105"/>
                  <a:pt x="90386" y="127629"/>
                  <a:pt x="87518" y="127774"/>
                </a:cubicBezTo>
                <a:cubicBezTo>
                  <a:pt x="84651" y="127920"/>
                  <a:pt x="81892" y="126613"/>
                  <a:pt x="80186" y="124290"/>
                </a:cubicBezTo>
                <a:lnTo>
                  <a:pt x="62762" y="101058"/>
                </a:lnTo>
                <a:cubicBezTo>
                  <a:pt x="59858" y="97210"/>
                  <a:pt x="60657" y="91765"/>
                  <a:pt x="64504" y="88861"/>
                </a:cubicBezTo>
                <a:cubicBezTo>
                  <a:pt x="68352" y="85957"/>
                  <a:pt x="73797" y="86756"/>
                  <a:pt x="76701" y="90604"/>
                </a:cubicBezTo>
                <a:lnTo>
                  <a:pt x="86502" y="103671"/>
                </a:lnTo>
                <a:lnTo>
                  <a:pt x="108790" y="67989"/>
                </a:lnTo>
                <a:cubicBezTo>
                  <a:pt x="111331" y="63923"/>
                  <a:pt x="116703" y="62653"/>
                  <a:pt x="120805" y="65230"/>
                </a:cubicBezTo>
                <a:cubicBezTo>
                  <a:pt x="124907" y="67808"/>
                  <a:pt x="126141" y="73144"/>
                  <a:pt x="123564" y="77245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5"/>
          <p:cNvSpPr/>
          <p:nvPr/>
        </p:nvSpPr>
        <p:spPr>
          <a:xfrm>
            <a:off x="762000" y="1607634"/>
            <a:ext cx="5176024" cy="26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Project Achievements</a:t>
            </a:r>
            <a:endParaRPr sz="1600" b="0" i="0" u="none" strike="noStrike" cap="none"/>
          </a:p>
        </p:txBody>
      </p:sp>
      <p:sp>
        <p:nvSpPr>
          <p:cNvPr id="810" name="Google Shape;810;p15"/>
          <p:cNvSpPr/>
          <p:nvPr/>
        </p:nvSpPr>
        <p:spPr>
          <a:xfrm>
            <a:off x="538976" y="2016512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 extrusionOk="0">
                <a:moveTo>
                  <a:pt x="89878" y="-5488"/>
                </a:moveTo>
                <a:cubicBezTo>
                  <a:pt x="88687" y="-7812"/>
                  <a:pt x="86277" y="-9293"/>
                  <a:pt x="83663" y="-9293"/>
                </a:cubicBezTo>
                <a:cubicBezTo>
                  <a:pt x="81050" y="-9293"/>
                  <a:pt x="78639" y="-7812"/>
                  <a:pt x="77449" y="-5488"/>
                </a:cubicBezTo>
                <a:lnTo>
                  <a:pt x="56076" y="36387"/>
                </a:lnTo>
                <a:lnTo>
                  <a:pt x="9641" y="43763"/>
                </a:lnTo>
                <a:cubicBezTo>
                  <a:pt x="7057" y="44169"/>
                  <a:pt x="4908" y="45999"/>
                  <a:pt x="4095" y="48496"/>
                </a:cubicBezTo>
                <a:cubicBezTo>
                  <a:pt x="3281" y="50994"/>
                  <a:pt x="3949" y="53723"/>
                  <a:pt x="5779" y="55582"/>
                </a:cubicBezTo>
                <a:lnTo>
                  <a:pt x="39000" y="88832"/>
                </a:lnTo>
                <a:lnTo>
                  <a:pt x="31682" y="135267"/>
                </a:lnTo>
                <a:cubicBezTo>
                  <a:pt x="31276" y="137851"/>
                  <a:pt x="32350" y="140465"/>
                  <a:pt x="34470" y="142004"/>
                </a:cubicBezTo>
                <a:cubicBezTo>
                  <a:pt x="36590" y="143543"/>
                  <a:pt x="39378" y="143775"/>
                  <a:pt x="41730" y="142585"/>
                </a:cubicBezTo>
                <a:lnTo>
                  <a:pt x="83663" y="121270"/>
                </a:lnTo>
                <a:lnTo>
                  <a:pt x="125567" y="142585"/>
                </a:lnTo>
                <a:cubicBezTo>
                  <a:pt x="127891" y="143775"/>
                  <a:pt x="130707" y="143543"/>
                  <a:pt x="132827" y="142004"/>
                </a:cubicBezTo>
                <a:cubicBezTo>
                  <a:pt x="134947" y="140465"/>
                  <a:pt x="136022" y="137880"/>
                  <a:pt x="135615" y="135267"/>
                </a:cubicBezTo>
                <a:lnTo>
                  <a:pt x="128268" y="88832"/>
                </a:lnTo>
                <a:lnTo>
                  <a:pt x="161489" y="55582"/>
                </a:lnTo>
                <a:cubicBezTo>
                  <a:pt x="163348" y="53723"/>
                  <a:pt x="163987" y="50994"/>
                  <a:pt x="163174" y="48496"/>
                </a:cubicBezTo>
                <a:cubicBezTo>
                  <a:pt x="162361" y="45999"/>
                  <a:pt x="160241" y="44169"/>
                  <a:pt x="157627" y="43763"/>
                </a:cubicBezTo>
                <a:lnTo>
                  <a:pt x="111222" y="36387"/>
                </a:lnTo>
                <a:lnTo>
                  <a:pt x="89878" y="-5488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5"/>
          <p:cNvSpPr/>
          <p:nvPr/>
        </p:nvSpPr>
        <p:spPr>
          <a:xfrm>
            <a:off x="789878" y="1979341"/>
            <a:ext cx="5018049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Successfully deployed cloud-native Telegram bot with zero operational costs</a:t>
            </a:r>
            <a:endParaRPr sz="1600" b="0" i="0" u="none" strike="noStrike" cap="none"/>
          </a:p>
        </p:txBody>
      </p:sp>
      <p:sp>
        <p:nvSpPr>
          <p:cNvPr id="812" name="Google Shape;812;p15"/>
          <p:cNvSpPr/>
          <p:nvPr/>
        </p:nvSpPr>
        <p:spPr>
          <a:xfrm>
            <a:off x="538976" y="2313878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 extrusionOk="0">
                <a:moveTo>
                  <a:pt x="89878" y="-5488"/>
                </a:moveTo>
                <a:cubicBezTo>
                  <a:pt x="88687" y="-7812"/>
                  <a:pt x="86277" y="-9293"/>
                  <a:pt x="83663" y="-9293"/>
                </a:cubicBezTo>
                <a:cubicBezTo>
                  <a:pt x="81050" y="-9293"/>
                  <a:pt x="78639" y="-7812"/>
                  <a:pt x="77449" y="-5488"/>
                </a:cubicBezTo>
                <a:lnTo>
                  <a:pt x="56076" y="36387"/>
                </a:lnTo>
                <a:lnTo>
                  <a:pt x="9641" y="43763"/>
                </a:lnTo>
                <a:cubicBezTo>
                  <a:pt x="7057" y="44169"/>
                  <a:pt x="4908" y="45999"/>
                  <a:pt x="4095" y="48496"/>
                </a:cubicBezTo>
                <a:cubicBezTo>
                  <a:pt x="3281" y="50994"/>
                  <a:pt x="3949" y="53723"/>
                  <a:pt x="5779" y="55582"/>
                </a:cubicBezTo>
                <a:lnTo>
                  <a:pt x="39000" y="88832"/>
                </a:lnTo>
                <a:lnTo>
                  <a:pt x="31682" y="135267"/>
                </a:lnTo>
                <a:cubicBezTo>
                  <a:pt x="31276" y="137851"/>
                  <a:pt x="32350" y="140465"/>
                  <a:pt x="34470" y="142004"/>
                </a:cubicBezTo>
                <a:cubicBezTo>
                  <a:pt x="36590" y="143543"/>
                  <a:pt x="39378" y="143775"/>
                  <a:pt x="41730" y="142585"/>
                </a:cubicBezTo>
                <a:lnTo>
                  <a:pt x="83663" y="121270"/>
                </a:lnTo>
                <a:lnTo>
                  <a:pt x="125567" y="142585"/>
                </a:lnTo>
                <a:cubicBezTo>
                  <a:pt x="127891" y="143775"/>
                  <a:pt x="130707" y="143543"/>
                  <a:pt x="132827" y="142004"/>
                </a:cubicBezTo>
                <a:cubicBezTo>
                  <a:pt x="134947" y="140465"/>
                  <a:pt x="136022" y="137880"/>
                  <a:pt x="135615" y="135267"/>
                </a:cubicBezTo>
                <a:lnTo>
                  <a:pt x="128268" y="88832"/>
                </a:lnTo>
                <a:lnTo>
                  <a:pt x="161489" y="55582"/>
                </a:lnTo>
                <a:cubicBezTo>
                  <a:pt x="163348" y="53723"/>
                  <a:pt x="163987" y="50994"/>
                  <a:pt x="163174" y="48496"/>
                </a:cubicBezTo>
                <a:cubicBezTo>
                  <a:pt x="162361" y="45999"/>
                  <a:pt x="160241" y="44169"/>
                  <a:pt x="157627" y="43763"/>
                </a:cubicBezTo>
                <a:lnTo>
                  <a:pt x="111222" y="36387"/>
                </a:lnTo>
                <a:lnTo>
                  <a:pt x="89878" y="-5488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5"/>
          <p:cNvSpPr/>
          <p:nvPr/>
        </p:nvSpPr>
        <p:spPr>
          <a:xfrm>
            <a:off x="789878" y="2276707"/>
            <a:ext cx="3967976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Achieved 100% compliance with all 7 technical requirements</a:t>
            </a:r>
            <a:endParaRPr sz="1600" b="0" i="0" u="none" strike="noStrike" cap="none"/>
          </a:p>
        </p:txBody>
      </p:sp>
      <p:sp>
        <p:nvSpPr>
          <p:cNvPr id="814" name="Google Shape;814;p15"/>
          <p:cNvSpPr/>
          <p:nvPr/>
        </p:nvSpPr>
        <p:spPr>
          <a:xfrm>
            <a:off x="538976" y="2611244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 extrusionOk="0">
                <a:moveTo>
                  <a:pt x="89878" y="-5488"/>
                </a:moveTo>
                <a:cubicBezTo>
                  <a:pt x="88687" y="-7812"/>
                  <a:pt x="86277" y="-9293"/>
                  <a:pt x="83663" y="-9293"/>
                </a:cubicBezTo>
                <a:cubicBezTo>
                  <a:pt x="81050" y="-9293"/>
                  <a:pt x="78639" y="-7812"/>
                  <a:pt x="77449" y="-5488"/>
                </a:cubicBezTo>
                <a:lnTo>
                  <a:pt x="56076" y="36387"/>
                </a:lnTo>
                <a:lnTo>
                  <a:pt x="9641" y="43763"/>
                </a:lnTo>
                <a:cubicBezTo>
                  <a:pt x="7057" y="44169"/>
                  <a:pt x="4908" y="45999"/>
                  <a:pt x="4095" y="48496"/>
                </a:cubicBezTo>
                <a:cubicBezTo>
                  <a:pt x="3281" y="50994"/>
                  <a:pt x="3949" y="53723"/>
                  <a:pt x="5779" y="55582"/>
                </a:cubicBezTo>
                <a:lnTo>
                  <a:pt x="39000" y="88832"/>
                </a:lnTo>
                <a:lnTo>
                  <a:pt x="31682" y="135267"/>
                </a:lnTo>
                <a:cubicBezTo>
                  <a:pt x="31276" y="137851"/>
                  <a:pt x="32350" y="140465"/>
                  <a:pt x="34470" y="142004"/>
                </a:cubicBezTo>
                <a:cubicBezTo>
                  <a:pt x="36590" y="143543"/>
                  <a:pt x="39378" y="143775"/>
                  <a:pt x="41730" y="142585"/>
                </a:cubicBezTo>
                <a:lnTo>
                  <a:pt x="83663" y="121270"/>
                </a:lnTo>
                <a:lnTo>
                  <a:pt x="125567" y="142585"/>
                </a:lnTo>
                <a:cubicBezTo>
                  <a:pt x="127891" y="143775"/>
                  <a:pt x="130707" y="143543"/>
                  <a:pt x="132827" y="142004"/>
                </a:cubicBezTo>
                <a:cubicBezTo>
                  <a:pt x="134947" y="140465"/>
                  <a:pt x="136022" y="137880"/>
                  <a:pt x="135615" y="135267"/>
                </a:cubicBezTo>
                <a:lnTo>
                  <a:pt x="128268" y="88832"/>
                </a:lnTo>
                <a:lnTo>
                  <a:pt x="161489" y="55582"/>
                </a:lnTo>
                <a:cubicBezTo>
                  <a:pt x="163348" y="53723"/>
                  <a:pt x="163987" y="50994"/>
                  <a:pt x="163174" y="48496"/>
                </a:cubicBezTo>
                <a:cubicBezTo>
                  <a:pt x="162361" y="45999"/>
                  <a:pt x="160241" y="44169"/>
                  <a:pt x="157627" y="43763"/>
                </a:cubicBezTo>
                <a:lnTo>
                  <a:pt x="111222" y="36387"/>
                </a:lnTo>
                <a:lnTo>
                  <a:pt x="89878" y="-5488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15"/>
          <p:cNvSpPr/>
          <p:nvPr/>
        </p:nvSpPr>
        <p:spPr>
          <a:xfrm>
            <a:off x="789878" y="2574073"/>
            <a:ext cx="4720683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Implemented scalable, maintainable architecture using Docker and AWS</a:t>
            </a:r>
            <a:endParaRPr sz="1600" b="0" i="0" u="none" strike="noStrike" cap="none"/>
          </a:p>
        </p:txBody>
      </p:sp>
      <p:sp>
        <p:nvSpPr>
          <p:cNvPr id="816" name="Google Shape;816;p15"/>
          <p:cNvSpPr/>
          <p:nvPr/>
        </p:nvSpPr>
        <p:spPr>
          <a:xfrm>
            <a:off x="538976" y="2908610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 extrusionOk="0">
                <a:moveTo>
                  <a:pt x="89878" y="-5488"/>
                </a:moveTo>
                <a:cubicBezTo>
                  <a:pt x="88687" y="-7812"/>
                  <a:pt x="86277" y="-9293"/>
                  <a:pt x="83663" y="-9293"/>
                </a:cubicBezTo>
                <a:cubicBezTo>
                  <a:pt x="81050" y="-9293"/>
                  <a:pt x="78639" y="-7812"/>
                  <a:pt x="77449" y="-5488"/>
                </a:cubicBezTo>
                <a:lnTo>
                  <a:pt x="56076" y="36387"/>
                </a:lnTo>
                <a:lnTo>
                  <a:pt x="9641" y="43763"/>
                </a:lnTo>
                <a:cubicBezTo>
                  <a:pt x="7057" y="44169"/>
                  <a:pt x="4908" y="45999"/>
                  <a:pt x="4095" y="48496"/>
                </a:cubicBezTo>
                <a:cubicBezTo>
                  <a:pt x="3281" y="50994"/>
                  <a:pt x="3949" y="53723"/>
                  <a:pt x="5779" y="55582"/>
                </a:cubicBezTo>
                <a:lnTo>
                  <a:pt x="39000" y="88832"/>
                </a:lnTo>
                <a:lnTo>
                  <a:pt x="31682" y="135267"/>
                </a:lnTo>
                <a:cubicBezTo>
                  <a:pt x="31276" y="137851"/>
                  <a:pt x="32350" y="140465"/>
                  <a:pt x="34470" y="142004"/>
                </a:cubicBezTo>
                <a:cubicBezTo>
                  <a:pt x="36590" y="143543"/>
                  <a:pt x="39378" y="143775"/>
                  <a:pt x="41730" y="142585"/>
                </a:cubicBezTo>
                <a:lnTo>
                  <a:pt x="83663" y="121270"/>
                </a:lnTo>
                <a:lnTo>
                  <a:pt x="125567" y="142585"/>
                </a:lnTo>
                <a:cubicBezTo>
                  <a:pt x="127891" y="143775"/>
                  <a:pt x="130707" y="143543"/>
                  <a:pt x="132827" y="142004"/>
                </a:cubicBezTo>
                <a:cubicBezTo>
                  <a:pt x="134947" y="140465"/>
                  <a:pt x="136022" y="137880"/>
                  <a:pt x="135615" y="135267"/>
                </a:cubicBezTo>
                <a:lnTo>
                  <a:pt x="128268" y="88832"/>
                </a:lnTo>
                <a:lnTo>
                  <a:pt x="161489" y="55582"/>
                </a:lnTo>
                <a:cubicBezTo>
                  <a:pt x="163348" y="53723"/>
                  <a:pt x="163987" y="50994"/>
                  <a:pt x="163174" y="48496"/>
                </a:cubicBezTo>
                <a:cubicBezTo>
                  <a:pt x="162361" y="45999"/>
                  <a:pt x="160241" y="44169"/>
                  <a:pt x="157627" y="43763"/>
                </a:cubicBezTo>
                <a:lnTo>
                  <a:pt x="111222" y="36387"/>
                </a:lnTo>
                <a:lnTo>
                  <a:pt x="89878" y="-5488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15"/>
          <p:cNvSpPr/>
          <p:nvPr/>
        </p:nvSpPr>
        <p:spPr>
          <a:xfrm>
            <a:off x="789878" y="2871439"/>
            <a:ext cx="3958683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Integrated LLM for intelligent natural language understanding</a:t>
            </a:r>
            <a:endParaRPr sz="1600" b="0" i="0" u="none" strike="noStrike" cap="none"/>
          </a:p>
        </p:txBody>
      </p:sp>
      <p:sp>
        <p:nvSpPr>
          <p:cNvPr id="818" name="Google Shape;818;p15"/>
          <p:cNvSpPr/>
          <p:nvPr/>
        </p:nvSpPr>
        <p:spPr>
          <a:xfrm>
            <a:off x="538976" y="3205976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 extrusionOk="0">
                <a:moveTo>
                  <a:pt x="89878" y="-5488"/>
                </a:moveTo>
                <a:cubicBezTo>
                  <a:pt x="88687" y="-7812"/>
                  <a:pt x="86277" y="-9293"/>
                  <a:pt x="83663" y="-9293"/>
                </a:cubicBezTo>
                <a:cubicBezTo>
                  <a:pt x="81050" y="-9293"/>
                  <a:pt x="78639" y="-7812"/>
                  <a:pt x="77449" y="-5488"/>
                </a:cubicBezTo>
                <a:lnTo>
                  <a:pt x="56076" y="36387"/>
                </a:lnTo>
                <a:lnTo>
                  <a:pt x="9641" y="43763"/>
                </a:lnTo>
                <a:cubicBezTo>
                  <a:pt x="7057" y="44169"/>
                  <a:pt x="4908" y="45999"/>
                  <a:pt x="4095" y="48496"/>
                </a:cubicBezTo>
                <a:cubicBezTo>
                  <a:pt x="3281" y="50994"/>
                  <a:pt x="3949" y="53723"/>
                  <a:pt x="5779" y="55582"/>
                </a:cubicBezTo>
                <a:lnTo>
                  <a:pt x="39000" y="88832"/>
                </a:lnTo>
                <a:lnTo>
                  <a:pt x="31682" y="135267"/>
                </a:lnTo>
                <a:cubicBezTo>
                  <a:pt x="31276" y="137851"/>
                  <a:pt x="32350" y="140465"/>
                  <a:pt x="34470" y="142004"/>
                </a:cubicBezTo>
                <a:cubicBezTo>
                  <a:pt x="36590" y="143543"/>
                  <a:pt x="39378" y="143775"/>
                  <a:pt x="41730" y="142585"/>
                </a:cubicBezTo>
                <a:lnTo>
                  <a:pt x="83663" y="121270"/>
                </a:lnTo>
                <a:lnTo>
                  <a:pt x="125567" y="142585"/>
                </a:lnTo>
                <a:cubicBezTo>
                  <a:pt x="127891" y="143775"/>
                  <a:pt x="130707" y="143543"/>
                  <a:pt x="132827" y="142004"/>
                </a:cubicBezTo>
                <a:cubicBezTo>
                  <a:pt x="134947" y="140465"/>
                  <a:pt x="136022" y="137880"/>
                  <a:pt x="135615" y="135267"/>
                </a:cubicBezTo>
                <a:lnTo>
                  <a:pt x="128268" y="88832"/>
                </a:lnTo>
                <a:lnTo>
                  <a:pt x="161489" y="55582"/>
                </a:lnTo>
                <a:cubicBezTo>
                  <a:pt x="163348" y="53723"/>
                  <a:pt x="163987" y="50994"/>
                  <a:pt x="163174" y="48496"/>
                </a:cubicBezTo>
                <a:cubicBezTo>
                  <a:pt x="162361" y="45999"/>
                  <a:pt x="160241" y="44169"/>
                  <a:pt x="157627" y="43763"/>
                </a:cubicBezTo>
                <a:lnTo>
                  <a:pt x="111222" y="36387"/>
                </a:lnTo>
                <a:lnTo>
                  <a:pt x="89878" y="-5488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15"/>
          <p:cNvSpPr/>
          <p:nvPr/>
        </p:nvSpPr>
        <p:spPr>
          <a:xfrm>
            <a:off x="789878" y="3168805"/>
            <a:ext cx="5064512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Ensured data persistence with cloud database and comprehensive monitoring</a:t>
            </a:r>
            <a:endParaRPr sz="1600" b="0" i="0" u="none" strike="noStrike" cap="none"/>
          </a:p>
        </p:txBody>
      </p:sp>
      <p:sp>
        <p:nvSpPr>
          <p:cNvPr id="820" name="Google Shape;820;p15"/>
          <p:cNvSpPr/>
          <p:nvPr/>
        </p:nvSpPr>
        <p:spPr>
          <a:xfrm>
            <a:off x="376354" y="3703134"/>
            <a:ext cx="5622073" cy="1793488"/>
          </a:xfrm>
          <a:custGeom>
            <a:avLst/>
            <a:gdLst/>
            <a:ahLst/>
            <a:cxnLst/>
            <a:rect l="l" t="t" r="r" b="b"/>
            <a:pathLst>
              <a:path w="5622073" h="1793488" extrusionOk="0">
                <a:moveTo>
                  <a:pt x="74340" y="0"/>
                </a:moveTo>
                <a:lnTo>
                  <a:pt x="5547733" y="0"/>
                </a:lnTo>
                <a:cubicBezTo>
                  <a:pt x="5588790" y="0"/>
                  <a:pt x="5622073" y="33283"/>
                  <a:pt x="5622073" y="74340"/>
                </a:cubicBezTo>
                <a:lnTo>
                  <a:pt x="5622073" y="1719148"/>
                </a:lnTo>
                <a:cubicBezTo>
                  <a:pt x="5622073" y="1760205"/>
                  <a:pt x="5588790" y="1793488"/>
                  <a:pt x="5547733" y="1793488"/>
                </a:cubicBezTo>
                <a:lnTo>
                  <a:pt x="74340" y="1793488"/>
                </a:lnTo>
                <a:cubicBezTo>
                  <a:pt x="33283" y="1793488"/>
                  <a:pt x="0" y="1760205"/>
                  <a:pt x="0" y="1719148"/>
                </a:cubicBezTo>
                <a:lnTo>
                  <a:pt x="0" y="74340"/>
                </a:lnTo>
                <a:cubicBezTo>
                  <a:pt x="0" y="33311"/>
                  <a:pt x="33311" y="0"/>
                  <a:pt x="7434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15"/>
          <p:cNvSpPr/>
          <p:nvPr/>
        </p:nvSpPr>
        <p:spPr>
          <a:xfrm>
            <a:off x="541299" y="3893634"/>
            <a:ext cx="209085" cy="185854"/>
          </a:xfrm>
          <a:custGeom>
            <a:avLst/>
            <a:gdLst/>
            <a:ahLst/>
            <a:cxnLst/>
            <a:rect l="l" t="t" r="r" b="b"/>
            <a:pathLst>
              <a:path w="209085" h="185854" extrusionOk="0">
                <a:moveTo>
                  <a:pt x="17424" y="71075"/>
                </a:moveTo>
                <a:lnTo>
                  <a:pt x="93362" y="102328"/>
                </a:lnTo>
                <a:cubicBezTo>
                  <a:pt x="96920" y="103780"/>
                  <a:pt x="100695" y="104543"/>
                  <a:pt x="104543" y="104543"/>
                </a:cubicBezTo>
                <a:cubicBezTo>
                  <a:pt x="108390" y="104543"/>
                  <a:pt x="112166" y="103780"/>
                  <a:pt x="115723" y="102328"/>
                </a:cubicBezTo>
                <a:lnTo>
                  <a:pt x="203713" y="66101"/>
                </a:lnTo>
                <a:cubicBezTo>
                  <a:pt x="206980" y="64758"/>
                  <a:pt x="209085" y="61600"/>
                  <a:pt x="209085" y="58079"/>
                </a:cubicBezTo>
                <a:cubicBezTo>
                  <a:pt x="209085" y="54558"/>
                  <a:pt x="206980" y="51400"/>
                  <a:pt x="203713" y="50057"/>
                </a:cubicBezTo>
                <a:lnTo>
                  <a:pt x="115723" y="13830"/>
                </a:lnTo>
                <a:cubicBezTo>
                  <a:pt x="112166" y="12378"/>
                  <a:pt x="108390" y="11616"/>
                  <a:pt x="104543" y="11616"/>
                </a:cubicBezTo>
                <a:cubicBezTo>
                  <a:pt x="100695" y="11616"/>
                  <a:pt x="96920" y="12378"/>
                  <a:pt x="93362" y="13830"/>
                </a:cubicBezTo>
                <a:lnTo>
                  <a:pt x="5372" y="50057"/>
                </a:lnTo>
                <a:cubicBezTo>
                  <a:pt x="2105" y="51400"/>
                  <a:pt x="0" y="54558"/>
                  <a:pt x="0" y="58079"/>
                </a:cubicBezTo>
                <a:lnTo>
                  <a:pt x="0" y="165526"/>
                </a:lnTo>
                <a:cubicBezTo>
                  <a:pt x="0" y="170354"/>
                  <a:pt x="3884" y="174238"/>
                  <a:pt x="8712" y="174238"/>
                </a:cubicBezTo>
                <a:cubicBezTo>
                  <a:pt x="13540" y="174238"/>
                  <a:pt x="17424" y="170354"/>
                  <a:pt x="17424" y="165526"/>
                </a:cubicBezTo>
                <a:lnTo>
                  <a:pt x="17424" y="71075"/>
                </a:lnTo>
                <a:close/>
                <a:moveTo>
                  <a:pt x="34848" y="97101"/>
                </a:moveTo>
                <a:lnTo>
                  <a:pt x="34848" y="139390"/>
                </a:lnTo>
                <a:cubicBezTo>
                  <a:pt x="34848" y="158629"/>
                  <a:pt x="66065" y="174238"/>
                  <a:pt x="104543" y="174238"/>
                </a:cubicBezTo>
                <a:cubicBezTo>
                  <a:pt x="143020" y="174238"/>
                  <a:pt x="174238" y="158629"/>
                  <a:pt x="174238" y="139390"/>
                </a:cubicBezTo>
                <a:lnTo>
                  <a:pt x="174238" y="97065"/>
                </a:lnTo>
                <a:lnTo>
                  <a:pt x="122366" y="118445"/>
                </a:lnTo>
                <a:cubicBezTo>
                  <a:pt x="116703" y="120769"/>
                  <a:pt x="110677" y="121966"/>
                  <a:pt x="104543" y="121966"/>
                </a:cubicBezTo>
                <a:cubicBezTo>
                  <a:pt x="98408" y="121966"/>
                  <a:pt x="92382" y="120769"/>
                  <a:pt x="86720" y="118445"/>
                </a:cubicBezTo>
                <a:lnTo>
                  <a:pt x="34848" y="97065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5"/>
          <p:cNvSpPr/>
          <p:nvPr/>
        </p:nvSpPr>
        <p:spPr>
          <a:xfrm>
            <a:off x="762000" y="3856463"/>
            <a:ext cx="5176024" cy="26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Learning Outcomes</a:t>
            </a:r>
            <a:endParaRPr sz="1600" b="0" i="0" u="none" strike="noStrike" cap="none"/>
          </a:p>
        </p:txBody>
      </p:sp>
      <p:sp>
        <p:nvSpPr>
          <p:cNvPr id="823" name="Google Shape;823;p15"/>
          <p:cNvSpPr/>
          <p:nvPr/>
        </p:nvSpPr>
        <p:spPr>
          <a:xfrm>
            <a:off x="585439" y="4265341"/>
            <a:ext cx="74341" cy="148683"/>
          </a:xfrm>
          <a:custGeom>
            <a:avLst/>
            <a:gdLst/>
            <a:ahLst/>
            <a:cxnLst/>
            <a:rect l="l" t="t" r="r" b="b"/>
            <a:pathLst>
              <a:path w="74341" h="148683" extrusionOk="0">
                <a:moveTo>
                  <a:pt x="71757" y="67779"/>
                </a:moveTo>
                <a:cubicBezTo>
                  <a:pt x="75387" y="71408"/>
                  <a:pt x="75387" y="77304"/>
                  <a:pt x="71757" y="80933"/>
                </a:cubicBezTo>
                <a:lnTo>
                  <a:pt x="25294" y="127397"/>
                </a:lnTo>
                <a:cubicBezTo>
                  <a:pt x="21664" y="131027"/>
                  <a:pt x="15769" y="131027"/>
                  <a:pt x="12139" y="127397"/>
                </a:cubicBezTo>
                <a:cubicBezTo>
                  <a:pt x="8509" y="123767"/>
                  <a:pt x="8509" y="117872"/>
                  <a:pt x="12139" y="114242"/>
                </a:cubicBezTo>
                <a:lnTo>
                  <a:pt x="52039" y="74341"/>
                </a:lnTo>
                <a:lnTo>
                  <a:pt x="12168" y="34441"/>
                </a:lnTo>
                <a:cubicBezTo>
                  <a:pt x="8538" y="30811"/>
                  <a:pt x="8538" y="24916"/>
                  <a:pt x="12168" y="21286"/>
                </a:cubicBezTo>
                <a:cubicBezTo>
                  <a:pt x="15798" y="17656"/>
                  <a:pt x="21693" y="17656"/>
                  <a:pt x="25323" y="21286"/>
                </a:cubicBezTo>
                <a:lnTo>
                  <a:pt x="71786" y="6774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15"/>
          <p:cNvSpPr/>
          <p:nvPr/>
        </p:nvSpPr>
        <p:spPr>
          <a:xfrm>
            <a:off x="789878" y="4228171"/>
            <a:ext cx="2927195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architecture design and best practices</a:t>
            </a:r>
            <a:endParaRPr sz="1600" b="0" i="0" u="none" strike="noStrike" cap="none"/>
          </a:p>
        </p:txBody>
      </p:sp>
      <p:sp>
        <p:nvSpPr>
          <p:cNvPr id="825" name="Google Shape;825;p15"/>
          <p:cNvSpPr/>
          <p:nvPr/>
        </p:nvSpPr>
        <p:spPr>
          <a:xfrm>
            <a:off x="585439" y="4562707"/>
            <a:ext cx="74341" cy="148683"/>
          </a:xfrm>
          <a:custGeom>
            <a:avLst/>
            <a:gdLst/>
            <a:ahLst/>
            <a:cxnLst/>
            <a:rect l="l" t="t" r="r" b="b"/>
            <a:pathLst>
              <a:path w="74341" h="148683" extrusionOk="0">
                <a:moveTo>
                  <a:pt x="71757" y="67779"/>
                </a:moveTo>
                <a:cubicBezTo>
                  <a:pt x="75387" y="71408"/>
                  <a:pt x="75387" y="77304"/>
                  <a:pt x="71757" y="80933"/>
                </a:cubicBezTo>
                <a:lnTo>
                  <a:pt x="25294" y="127397"/>
                </a:lnTo>
                <a:cubicBezTo>
                  <a:pt x="21664" y="131027"/>
                  <a:pt x="15769" y="131027"/>
                  <a:pt x="12139" y="127397"/>
                </a:cubicBezTo>
                <a:cubicBezTo>
                  <a:pt x="8509" y="123767"/>
                  <a:pt x="8509" y="117872"/>
                  <a:pt x="12139" y="114242"/>
                </a:cubicBezTo>
                <a:lnTo>
                  <a:pt x="52039" y="74341"/>
                </a:lnTo>
                <a:lnTo>
                  <a:pt x="12168" y="34441"/>
                </a:lnTo>
                <a:cubicBezTo>
                  <a:pt x="8538" y="30811"/>
                  <a:pt x="8538" y="24916"/>
                  <a:pt x="12168" y="21286"/>
                </a:cubicBezTo>
                <a:cubicBezTo>
                  <a:pt x="15798" y="17656"/>
                  <a:pt x="21693" y="17656"/>
                  <a:pt x="25323" y="21286"/>
                </a:cubicBezTo>
                <a:lnTo>
                  <a:pt x="71786" y="6774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15"/>
          <p:cNvSpPr/>
          <p:nvPr/>
        </p:nvSpPr>
        <p:spPr>
          <a:xfrm>
            <a:off x="789878" y="4525537"/>
            <a:ext cx="1932878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Containerization with Docker</a:t>
            </a:r>
            <a:endParaRPr sz="1600" b="0" i="0" u="none" strike="noStrike" cap="none"/>
          </a:p>
        </p:txBody>
      </p:sp>
      <p:sp>
        <p:nvSpPr>
          <p:cNvPr id="827" name="Google Shape;827;p15"/>
          <p:cNvSpPr/>
          <p:nvPr/>
        </p:nvSpPr>
        <p:spPr>
          <a:xfrm>
            <a:off x="585439" y="4860073"/>
            <a:ext cx="74341" cy="148683"/>
          </a:xfrm>
          <a:custGeom>
            <a:avLst/>
            <a:gdLst/>
            <a:ahLst/>
            <a:cxnLst/>
            <a:rect l="l" t="t" r="r" b="b"/>
            <a:pathLst>
              <a:path w="74341" h="148683" extrusionOk="0">
                <a:moveTo>
                  <a:pt x="71757" y="67779"/>
                </a:moveTo>
                <a:cubicBezTo>
                  <a:pt x="75387" y="71408"/>
                  <a:pt x="75387" y="77304"/>
                  <a:pt x="71757" y="80933"/>
                </a:cubicBezTo>
                <a:lnTo>
                  <a:pt x="25294" y="127397"/>
                </a:lnTo>
                <a:cubicBezTo>
                  <a:pt x="21664" y="131027"/>
                  <a:pt x="15769" y="131027"/>
                  <a:pt x="12139" y="127397"/>
                </a:cubicBezTo>
                <a:cubicBezTo>
                  <a:pt x="8509" y="123767"/>
                  <a:pt x="8509" y="117872"/>
                  <a:pt x="12139" y="114242"/>
                </a:cubicBezTo>
                <a:lnTo>
                  <a:pt x="52039" y="74341"/>
                </a:lnTo>
                <a:lnTo>
                  <a:pt x="12168" y="34441"/>
                </a:lnTo>
                <a:cubicBezTo>
                  <a:pt x="8538" y="30811"/>
                  <a:pt x="8538" y="24916"/>
                  <a:pt x="12168" y="21286"/>
                </a:cubicBezTo>
                <a:cubicBezTo>
                  <a:pt x="15798" y="17656"/>
                  <a:pt x="21693" y="17656"/>
                  <a:pt x="25323" y="21286"/>
                </a:cubicBezTo>
                <a:lnTo>
                  <a:pt x="71786" y="6774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5"/>
          <p:cNvSpPr/>
          <p:nvPr/>
        </p:nvSpPr>
        <p:spPr>
          <a:xfrm>
            <a:off x="789878" y="4822902"/>
            <a:ext cx="2852854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services integration and management</a:t>
            </a:r>
            <a:endParaRPr sz="1600" b="0" i="0" u="none" strike="noStrike" cap="none"/>
          </a:p>
        </p:txBody>
      </p:sp>
      <p:sp>
        <p:nvSpPr>
          <p:cNvPr id="829" name="Google Shape;829;p15"/>
          <p:cNvSpPr/>
          <p:nvPr/>
        </p:nvSpPr>
        <p:spPr>
          <a:xfrm>
            <a:off x="585439" y="5157439"/>
            <a:ext cx="74341" cy="148683"/>
          </a:xfrm>
          <a:custGeom>
            <a:avLst/>
            <a:gdLst/>
            <a:ahLst/>
            <a:cxnLst/>
            <a:rect l="l" t="t" r="r" b="b"/>
            <a:pathLst>
              <a:path w="74341" h="148683" extrusionOk="0">
                <a:moveTo>
                  <a:pt x="71757" y="67779"/>
                </a:moveTo>
                <a:cubicBezTo>
                  <a:pt x="75387" y="71408"/>
                  <a:pt x="75387" y="77304"/>
                  <a:pt x="71757" y="80933"/>
                </a:cubicBezTo>
                <a:lnTo>
                  <a:pt x="25294" y="127397"/>
                </a:lnTo>
                <a:cubicBezTo>
                  <a:pt x="21664" y="131027"/>
                  <a:pt x="15769" y="131027"/>
                  <a:pt x="12139" y="127397"/>
                </a:cubicBezTo>
                <a:cubicBezTo>
                  <a:pt x="8509" y="123767"/>
                  <a:pt x="8509" y="117872"/>
                  <a:pt x="12139" y="114242"/>
                </a:cubicBezTo>
                <a:lnTo>
                  <a:pt x="52039" y="74341"/>
                </a:lnTo>
                <a:lnTo>
                  <a:pt x="12168" y="34441"/>
                </a:lnTo>
                <a:cubicBezTo>
                  <a:pt x="8538" y="30811"/>
                  <a:pt x="8538" y="24916"/>
                  <a:pt x="12168" y="21286"/>
                </a:cubicBezTo>
                <a:cubicBezTo>
                  <a:pt x="15798" y="17656"/>
                  <a:pt x="21693" y="17656"/>
                  <a:pt x="25323" y="21286"/>
                </a:cubicBezTo>
                <a:lnTo>
                  <a:pt x="71786" y="6774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5"/>
          <p:cNvSpPr/>
          <p:nvPr/>
        </p:nvSpPr>
        <p:spPr>
          <a:xfrm>
            <a:off x="789878" y="5120268"/>
            <a:ext cx="2639122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 integration and prompt engineering</a:t>
            </a:r>
            <a:endParaRPr sz="1600" b="0" i="0" u="none" strike="noStrike" cap="none"/>
          </a:p>
        </p:txBody>
      </p:sp>
      <p:sp>
        <p:nvSpPr>
          <p:cNvPr id="831" name="Google Shape;831;p15"/>
          <p:cNvSpPr/>
          <p:nvPr/>
        </p:nvSpPr>
        <p:spPr>
          <a:xfrm>
            <a:off x="6161049" y="1389257"/>
            <a:ext cx="5622073" cy="4321098"/>
          </a:xfrm>
          <a:custGeom>
            <a:avLst/>
            <a:gdLst/>
            <a:ahLst/>
            <a:cxnLst/>
            <a:rect l="l" t="t" r="r" b="b"/>
            <a:pathLst>
              <a:path w="5622073" h="4321098" extrusionOk="0">
                <a:moveTo>
                  <a:pt x="74323" y="0"/>
                </a:moveTo>
                <a:lnTo>
                  <a:pt x="5547750" y="0"/>
                </a:lnTo>
                <a:cubicBezTo>
                  <a:pt x="5588798" y="0"/>
                  <a:pt x="5622073" y="33275"/>
                  <a:pt x="5622073" y="74323"/>
                </a:cubicBezTo>
                <a:lnTo>
                  <a:pt x="5622073" y="4246775"/>
                </a:lnTo>
                <a:cubicBezTo>
                  <a:pt x="5622073" y="4287822"/>
                  <a:pt x="5588798" y="4321098"/>
                  <a:pt x="5547750" y="4321098"/>
                </a:cubicBezTo>
                <a:lnTo>
                  <a:pt x="74323" y="4321098"/>
                </a:lnTo>
                <a:cubicBezTo>
                  <a:pt x="33275" y="4321098"/>
                  <a:pt x="0" y="4287822"/>
                  <a:pt x="0" y="4246775"/>
                </a:cubicBezTo>
                <a:lnTo>
                  <a:pt x="0" y="74323"/>
                </a:lnTo>
                <a:cubicBezTo>
                  <a:pt x="0" y="33303"/>
                  <a:pt x="33303" y="0"/>
                  <a:pt x="7432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 cap="flat" cmpd="sng">
            <a:solidFill>
              <a:srgbClr val="4A6D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5"/>
          <p:cNvSpPr/>
          <p:nvPr/>
        </p:nvSpPr>
        <p:spPr>
          <a:xfrm>
            <a:off x="6370134" y="1644805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 extrusionOk="0">
                <a:moveTo>
                  <a:pt x="46463" y="116159"/>
                </a:moveTo>
                <a:lnTo>
                  <a:pt x="8893" y="116159"/>
                </a:lnTo>
                <a:cubicBezTo>
                  <a:pt x="-145" y="116159"/>
                  <a:pt x="-5699" y="106321"/>
                  <a:pt x="-1053" y="98553"/>
                </a:cubicBezTo>
                <a:lnTo>
                  <a:pt x="18150" y="66537"/>
                </a:lnTo>
                <a:cubicBezTo>
                  <a:pt x="21308" y="61274"/>
                  <a:pt x="26971" y="58079"/>
                  <a:pt x="33105" y="58079"/>
                </a:cubicBezTo>
                <a:lnTo>
                  <a:pt x="67590" y="58079"/>
                </a:lnTo>
                <a:cubicBezTo>
                  <a:pt x="95214" y="11289"/>
                  <a:pt x="136414" y="8930"/>
                  <a:pt x="163965" y="12959"/>
                </a:cubicBezTo>
                <a:cubicBezTo>
                  <a:pt x="168611" y="13649"/>
                  <a:pt x="172241" y="17279"/>
                  <a:pt x="172895" y="21889"/>
                </a:cubicBezTo>
                <a:cubicBezTo>
                  <a:pt x="176924" y="49440"/>
                  <a:pt x="174565" y="90640"/>
                  <a:pt x="127774" y="118264"/>
                </a:cubicBezTo>
                <a:lnTo>
                  <a:pt x="127774" y="152748"/>
                </a:lnTo>
                <a:cubicBezTo>
                  <a:pt x="127774" y="158883"/>
                  <a:pt x="124580" y="164546"/>
                  <a:pt x="119317" y="167704"/>
                </a:cubicBezTo>
                <a:lnTo>
                  <a:pt x="87300" y="186906"/>
                </a:lnTo>
                <a:cubicBezTo>
                  <a:pt x="79569" y="191553"/>
                  <a:pt x="69695" y="185963"/>
                  <a:pt x="69695" y="176960"/>
                </a:cubicBezTo>
                <a:lnTo>
                  <a:pt x="69695" y="139390"/>
                </a:lnTo>
                <a:cubicBezTo>
                  <a:pt x="69695" y="126577"/>
                  <a:pt x="59277" y="116159"/>
                  <a:pt x="46463" y="116159"/>
                </a:cubicBezTo>
                <a:lnTo>
                  <a:pt x="46427" y="116159"/>
                </a:lnTo>
                <a:close/>
                <a:moveTo>
                  <a:pt x="145198" y="58079"/>
                </a:moveTo>
                <a:cubicBezTo>
                  <a:pt x="145198" y="48463"/>
                  <a:pt x="137391" y="40655"/>
                  <a:pt x="127774" y="40655"/>
                </a:cubicBezTo>
                <a:cubicBezTo>
                  <a:pt x="118158" y="40655"/>
                  <a:pt x="110351" y="48463"/>
                  <a:pt x="110351" y="58079"/>
                </a:cubicBezTo>
                <a:cubicBezTo>
                  <a:pt x="110351" y="67696"/>
                  <a:pt x="118158" y="75503"/>
                  <a:pt x="127774" y="75503"/>
                </a:cubicBezTo>
                <a:cubicBezTo>
                  <a:pt x="137391" y="75503"/>
                  <a:pt x="145198" y="67696"/>
                  <a:pt x="145198" y="58079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5"/>
          <p:cNvSpPr/>
          <p:nvPr/>
        </p:nvSpPr>
        <p:spPr>
          <a:xfrm>
            <a:off x="6579220" y="1607634"/>
            <a:ext cx="5176024" cy="26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Future Enhancements</a:t>
            </a:r>
            <a:endParaRPr sz="1600" b="0" i="0" u="none" strike="noStrike" cap="none"/>
          </a:p>
        </p:txBody>
      </p:sp>
      <p:sp>
        <p:nvSpPr>
          <p:cNvPr id="834" name="Google Shape;834;p15"/>
          <p:cNvSpPr/>
          <p:nvPr/>
        </p:nvSpPr>
        <p:spPr>
          <a:xfrm>
            <a:off x="6365488" y="1979341"/>
            <a:ext cx="5296829" cy="669073"/>
          </a:xfrm>
          <a:custGeom>
            <a:avLst/>
            <a:gdLst/>
            <a:ahLst/>
            <a:cxnLst/>
            <a:rect l="l" t="t" r="r" b="b"/>
            <a:pathLst>
              <a:path w="5296829" h="669073" extrusionOk="0">
                <a:moveTo>
                  <a:pt x="37171" y="0"/>
                </a:moveTo>
                <a:lnTo>
                  <a:pt x="5222489" y="0"/>
                </a:lnTo>
                <a:cubicBezTo>
                  <a:pt x="5263546" y="0"/>
                  <a:pt x="5296829" y="33283"/>
                  <a:pt x="5296829" y="74341"/>
                </a:cubicBezTo>
                <a:lnTo>
                  <a:pt x="5296829" y="594732"/>
                </a:lnTo>
                <a:cubicBezTo>
                  <a:pt x="5296829" y="635790"/>
                  <a:pt x="5263546" y="669073"/>
                  <a:pt x="5222489" y="669073"/>
                </a:cubicBezTo>
                <a:lnTo>
                  <a:pt x="37171" y="669073"/>
                </a:lnTo>
                <a:cubicBezTo>
                  <a:pt x="16642" y="669073"/>
                  <a:pt x="0" y="652431"/>
                  <a:pt x="0" y="63190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15"/>
          <p:cNvSpPr/>
          <p:nvPr/>
        </p:nvSpPr>
        <p:spPr>
          <a:xfrm>
            <a:off x="6365488" y="1979341"/>
            <a:ext cx="37171" cy="669073"/>
          </a:xfrm>
          <a:custGeom>
            <a:avLst/>
            <a:gdLst/>
            <a:ahLst/>
            <a:cxnLst/>
            <a:rect l="l" t="t" r="r" b="b"/>
            <a:pathLst>
              <a:path w="37171" h="669073" extrusionOk="0">
                <a:moveTo>
                  <a:pt x="37171" y="0"/>
                </a:moveTo>
                <a:lnTo>
                  <a:pt x="37171" y="0"/>
                </a:lnTo>
                <a:lnTo>
                  <a:pt x="37171" y="669073"/>
                </a:lnTo>
                <a:lnTo>
                  <a:pt x="37171" y="669073"/>
                </a:lnTo>
                <a:cubicBezTo>
                  <a:pt x="16642" y="669073"/>
                  <a:pt x="0" y="652431"/>
                  <a:pt x="0" y="63190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5"/>
          <p:cNvSpPr/>
          <p:nvPr/>
        </p:nvSpPr>
        <p:spPr>
          <a:xfrm>
            <a:off x="6504878" y="2128024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 extrusionOk="0">
                <a:moveTo>
                  <a:pt x="46463" y="0"/>
                </a:moveTo>
                <a:cubicBezTo>
                  <a:pt x="51603" y="0"/>
                  <a:pt x="55756" y="4153"/>
                  <a:pt x="55756" y="9293"/>
                </a:cubicBezTo>
                <a:lnTo>
                  <a:pt x="55756" y="18585"/>
                </a:lnTo>
                <a:lnTo>
                  <a:pt x="92927" y="18585"/>
                </a:lnTo>
                <a:cubicBezTo>
                  <a:pt x="98067" y="18585"/>
                  <a:pt x="102220" y="22738"/>
                  <a:pt x="102220" y="27878"/>
                </a:cubicBezTo>
                <a:cubicBezTo>
                  <a:pt x="102220" y="33018"/>
                  <a:pt x="98067" y="37171"/>
                  <a:pt x="92927" y="37171"/>
                </a:cubicBezTo>
                <a:lnTo>
                  <a:pt x="90139" y="37171"/>
                </a:lnTo>
                <a:lnTo>
                  <a:pt x="87700" y="43879"/>
                </a:lnTo>
                <a:cubicBezTo>
                  <a:pt x="82937" y="57005"/>
                  <a:pt x="75764" y="68998"/>
                  <a:pt x="66733" y="79307"/>
                </a:cubicBezTo>
                <a:cubicBezTo>
                  <a:pt x="70857" y="81863"/>
                  <a:pt x="75155" y="84128"/>
                  <a:pt x="79627" y="86132"/>
                </a:cubicBezTo>
                <a:lnTo>
                  <a:pt x="94263" y="92636"/>
                </a:lnTo>
                <a:lnTo>
                  <a:pt x="112325" y="51981"/>
                </a:lnTo>
                <a:cubicBezTo>
                  <a:pt x="113806" y="48612"/>
                  <a:pt x="117146" y="46463"/>
                  <a:pt x="120805" y="46463"/>
                </a:cubicBezTo>
                <a:cubicBezTo>
                  <a:pt x="124464" y="46463"/>
                  <a:pt x="127803" y="48612"/>
                  <a:pt x="129284" y="51981"/>
                </a:cubicBezTo>
                <a:lnTo>
                  <a:pt x="166455" y="135615"/>
                </a:lnTo>
                <a:cubicBezTo>
                  <a:pt x="168546" y="140320"/>
                  <a:pt x="166426" y="145808"/>
                  <a:pt x="161751" y="147870"/>
                </a:cubicBezTo>
                <a:cubicBezTo>
                  <a:pt x="157075" y="149932"/>
                  <a:pt x="151558" y="147841"/>
                  <a:pt x="149496" y="143165"/>
                </a:cubicBezTo>
                <a:lnTo>
                  <a:pt x="143688" y="130098"/>
                </a:lnTo>
                <a:lnTo>
                  <a:pt x="97951" y="130098"/>
                </a:lnTo>
                <a:lnTo>
                  <a:pt x="92143" y="143165"/>
                </a:lnTo>
                <a:cubicBezTo>
                  <a:pt x="90052" y="147870"/>
                  <a:pt x="84563" y="149961"/>
                  <a:pt x="79888" y="147870"/>
                </a:cubicBezTo>
                <a:cubicBezTo>
                  <a:pt x="75213" y="145779"/>
                  <a:pt x="73093" y="140290"/>
                  <a:pt x="75184" y="135615"/>
                </a:cubicBezTo>
                <a:lnTo>
                  <a:pt x="86741" y="109625"/>
                </a:lnTo>
                <a:lnTo>
                  <a:pt x="72105" y="103120"/>
                </a:lnTo>
                <a:cubicBezTo>
                  <a:pt x="65426" y="100158"/>
                  <a:pt x="59038" y="96615"/>
                  <a:pt x="52997" y="92549"/>
                </a:cubicBezTo>
                <a:cubicBezTo>
                  <a:pt x="46812" y="97544"/>
                  <a:pt x="40046" y="101900"/>
                  <a:pt x="32815" y="105530"/>
                </a:cubicBezTo>
                <a:lnTo>
                  <a:pt x="22738" y="110525"/>
                </a:lnTo>
                <a:cubicBezTo>
                  <a:pt x="18150" y="112819"/>
                  <a:pt x="12574" y="110960"/>
                  <a:pt x="10280" y="106372"/>
                </a:cubicBezTo>
                <a:cubicBezTo>
                  <a:pt x="7986" y="101784"/>
                  <a:pt x="9844" y="96208"/>
                  <a:pt x="14433" y="93914"/>
                </a:cubicBezTo>
                <a:lnTo>
                  <a:pt x="24451" y="88890"/>
                </a:lnTo>
                <a:cubicBezTo>
                  <a:pt x="29185" y="86509"/>
                  <a:pt x="33686" y="83750"/>
                  <a:pt x="37926" y="80672"/>
                </a:cubicBezTo>
                <a:cubicBezTo>
                  <a:pt x="33918" y="76984"/>
                  <a:pt x="30143" y="73006"/>
                  <a:pt x="26629" y="68795"/>
                </a:cubicBezTo>
                <a:lnTo>
                  <a:pt x="23696" y="65252"/>
                </a:lnTo>
                <a:cubicBezTo>
                  <a:pt x="20415" y="61303"/>
                  <a:pt x="20938" y="55437"/>
                  <a:pt x="24887" y="52155"/>
                </a:cubicBezTo>
                <a:cubicBezTo>
                  <a:pt x="28836" y="48874"/>
                  <a:pt x="34702" y="49396"/>
                  <a:pt x="37984" y="53346"/>
                </a:cubicBezTo>
                <a:lnTo>
                  <a:pt x="40946" y="56889"/>
                </a:lnTo>
                <a:cubicBezTo>
                  <a:pt x="44285" y="60925"/>
                  <a:pt x="47944" y="64671"/>
                  <a:pt x="51807" y="68127"/>
                </a:cubicBezTo>
                <a:cubicBezTo>
                  <a:pt x="59793" y="59299"/>
                  <a:pt x="66094" y="48932"/>
                  <a:pt x="70247" y="37519"/>
                </a:cubicBezTo>
                <a:lnTo>
                  <a:pt x="70392" y="37171"/>
                </a:lnTo>
                <a:lnTo>
                  <a:pt x="9322" y="37171"/>
                </a:lnTo>
                <a:cubicBezTo>
                  <a:pt x="4153" y="37171"/>
                  <a:pt x="0" y="33018"/>
                  <a:pt x="0" y="27878"/>
                </a:cubicBezTo>
                <a:cubicBezTo>
                  <a:pt x="0" y="22738"/>
                  <a:pt x="4153" y="18585"/>
                  <a:pt x="9293" y="18585"/>
                </a:cubicBezTo>
                <a:lnTo>
                  <a:pt x="37171" y="18585"/>
                </a:lnTo>
                <a:lnTo>
                  <a:pt x="37171" y="9293"/>
                </a:lnTo>
                <a:cubicBezTo>
                  <a:pt x="37171" y="4153"/>
                  <a:pt x="41323" y="0"/>
                  <a:pt x="46463" y="0"/>
                </a:cubicBezTo>
                <a:close/>
                <a:moveTo>
                  <a:pt x="120805" y="78639"/>
                </a:moveTo>
                <a:lnTo>
                  <a:pt x="106198" y="111512"/>
                </a:lnTo>
                <a:lnTo>
                  <a:pt x="135412" y="111512"/>
                </a:lnTo>
                <a:lnTo>
                  <a:pt x="120805" y="7863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5"/>
          <p:cNvSpPr/>
          <p:nvPr/>
        </p:nvSpPr>
        <p:spPr>
          <a:xfrm>
            <a:off x="6755780" y="2090854"/>
            <a:ext cx="1672683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Multi-Language Support</a:t>
            </a:r>
            <a:endParaRPr sz="1600" b="0" i="0" u="none" strike="noStrike" cap="none"/>
          </a:p>
        </p:txBody>
      </p:sp>
      <p:sp>
        <p:nvSpPr>
          <p:cNvPr id="838" name="Google Shape;838;p15"/>
          <p:cNvSpPr/>
          <p:nvPr/>
        </p:nvSpPr>
        <p:spPr>
          <a:xfrm>
            <a:off x="6495585" y="2351049"/>
            <a:ext cx="5120268" cy="1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for English, Chinese, and other languages</a:t>
            </a:r>
            <a:endParaRPr sz="1600" b="0" i="0" u="none" strike="noStrike" cap="none"/>
          </a:p>
        </p:txBody>
      </p:sp>
      <p:sp>
        <p:nvSpPr>
          <p:cNvPr id="844" name="Google Shape;844;p15"/>
          <p:cNvSpPr/>
          <p:nvPr/>
        </p:nvSpPr>
        <p:spPr>
          <a:xfrm>
            <a:off x="6356195" y="3000077"/>
            <a:ext cx="5296829" cy="669073"/>
          </a:xfrm>
          <a:custGeom>
            <a:avLst/>
            <a:gdLst/>
            <a:ahLst/>
            <a:cxnLst/>
            <a:rect l="l" t="t" r="r" b="b"/>
            <a:pathLst>
              <a:path w="5296829" h="669073" extrusionOk="0">
                <a:moveTo>
                  <a:pt x="37171" y="0"/>
                </a:moveTo>
                <a:lnTo>
                  <a:pt x="5222489" y="0"/>
                </a:lnTo>
                <a:cubicBezTo>
                  <a:pt x="5263546" y="0"/>
                  <a:pt x="5296829" y="33283"/>
                  <a:pt x="5296829" y="74341"/>
                </a:cubicBezTo>
                <a:lnTo>
                  <a:pt x="5296829" y="594732"/>
                </a:lnTo>
                <a:cubicBezTo>
                  <a:pt x="5296829" y="635790"/>
                  <a:pt x="5263546" y="669073"/>
                  <a:pt x="5222489" y="669073"/>
                </a:cubicBezTo>
                <a:lnTo>
                  <a:pt x="37171" y="669073"/>
                </a:lnTo>
                <a:cubicBezTo>
                  <a:pt x="16642" y="669073"/>
                  <a:pt x="0" y="652431"/>
                  <a:pt x="0" y="63190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15"/>
          <p:cNvSpPr/>
          <p:nvPr/>
        </p:nvSpPr>
        <p:spPr>
          <a:xfrm>
            <a:off x="6365535" y="3025959"/>
            <a:ext cx="37171" cy="669073"/>
          </a:xfrm>
          <a:custGeom>
            <a:avLst/>
            <a:gdLst/>
            <a:ahLst/>
            <a:cxnLst/>
            <a:rect l="l" t="t" r="r" b="b"/>
            <a:pathLst>
              <a:path w="37171" h="669073" extrusionOk="0">
                <a:moveTo>
                  <a:pt x="37171" y="0"/>
                </a:moveTo>
                <a:lnTo>
                  <a:pt x="37171" y="0"/>
                </a:lnTo>
                <a:lnTo>
                  <a:pt x="37171" y="669073"/>
                </a:lnTo>
                <a:lnTo>
                  <a:pt x="37171" y="669073"/>
                </a:lnTo>
                <a:cubicBezTo>
                  <a:pt x="16642" y="669073"/>
                  <a:pt x="0" y="652431"/>
                  <a:pt x="0" y="63190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5"/>
          <p:cNvSpPr/>
          <p:nvPr/>
        </p:nvSpPr>
        <p:spPr>
          <a:xfrm>
            <a:off x="6531753" y="3102685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 extrusionOk="0">
                <a:moveTo>
                  <a:pt x="65049" y="2323"/>
                </a:moveTo>
                <a:cubicBezTo>
                  <a:pt x="84282" y="2323"/>
                  <a:pt x="99896" y="17938"/>
                  <a:pt x="99896" y="37171"/>
                </a:cubicBezTo>
                <a:cubicBezTo>
                  <a:pt x="99896" y="56404"/>
                  <a:pt x="84282" y="72018"/>
                  <a:pt x="65049" y="72018"/>
                </a:cubicBezTo>
                <a:cubicBezTo>
                  <a:pt x="45816" y="72018"/>
                  <a:pt x="30201" y="56404"/>
                  <a:pt x="30201" y="37171"/>
                </a:cubicBezTo>
                <a:cubicBezTo>
                  <a:pt x="30201" y="17938"/>
                  <a:pt x="45816" y="2323"/>
                  <a:pt x="65049" y="2323"/>
                </a:cubicBezTo>
                <a:close/>
                <a:moveTo>
                  <a:pt x="56424" y="88280"/>
                </a:moveTo>
                <a:lnTo>
                  <a:pt x="73674" y="88280"/>
                </a:lnTo>
                <a:cubicBezTo>
                  <a:pt x="82298" y="88280"/>
                  <a:pt x="90429" y="90400"/>
                  <a:pt x="97573" y="94117"/>
                </a:cubicBezTo>
                <a:lnTo>
                  <a:pt x="97573" y="95366"/>
                </a:lnTo>
                <a:cubicBezTo>
                  <a:pt x="91881" y="100477"/>
                  <a:pt x="88280" y="107882"/>
                  <a:pt x="88280" y="116129"/>
                </a:cubicBezTo>
                <a:lnTo>
                  <a:pt x="88280" y="144008"/>
                </a:lnTo>
                <a:cubicBezTo>
                  <a:pt x="88280" y="145605"/>
                  <a:pt x="88426" y="147173"/>
                  <a:pt x="88658" y="148683"/>
                </a:cubicBezTo>
                <a:lnTo>
                  <a:pt x="13271" y="148683"/>
                </a:lnTo>
                <a:cubicBezTo>
                  <a:pt x="8509" y="148683"/>
                  <a:pt x="4646" y="144821"/>
                  <a:pt x="4646" y="140058"/>
                </a:cubicBezTo>
                <a:cubicBezTo>
                  <a:pt x="4646" y="111454"/>
                  <a:pt x="27820" y="88280"/>
                  <a:pt x="56424" y="88280"/>
                </a:cubicBezTo>
                <a:close/>
                <a:moveTo>
                  <a:pt x="144037" y="88310"/>
                </a:moveTo>
                <a:cubicBezTo>
                  <a:pt x="144037" y="83170"/>
                  <a:pt x="139884" y="79017"/>
                  <a:pt x="134744" y="79017"/>
                </a:cubicBezTo>
                <a:cubicBezTo>
                  <a:pt x="129604" y="79017"/>
                  <a:pt x="125451" y="83170"/>
                  <a:pt x="125451" y="88310"/>
                </a:cubicBezTo>
                <a:lnTo>
                  <a:pt x="125451" y="102220"/>
                </a:lnTo>
                <a:lnTo>
                  <a:pt x="144037" y="102220"/>
                </a:lnTo>
                <a:lnTo>
                  <a:pt x="144037" y="88310"/>
                </a:lnTo>
                <a:close/>
                <a:moveTo>
                  <a:pt x="102220" y="116159"/>
                </a:moveTo>
                <a:cubicBezTo>
                  <a:pt x="102220" y="110089"/>
                  <a:pt x="106111" y="104920"/>
                  <a:pt x="111512" y="103004"/>
                </a:cubicBezTo>
                <a:lnTo>
                  <a:pt x="111512" y="88310"/>
                </a:lnTo>
                <a:cubicBezTo>
                  <a:pt x="111512" y="75474"/>
                  <a:pt x="121908" y="65078"/>
                  <a:pt x="134744" y="65078"/>
                </a:cubicBezTo>
                <a:cubicBezTo>
                  <a:pt x="147579" y="65078"/>
                  <a:pt x="157976" y="75474"/>
                  <a:pt x="157976" y="88310"/>
                </a:cubicBezTo>
                <a:lnTo>
                  <a:pt x="157976" y="103004"/>
                </a:lnTo>
                <a:cubicBezTo>
                  <a:pt x="163377" y="104920"/>
                  <a:pt x="167268" y="110089"/>
                  <a:pt x="167268" y="116159"/>
                </a:cubicBezTo>
                <a:lnTo>
                  <a:pt x="167268" y="144037"/>
                </a:lnTo>
                <a:cubicBezTo>
                  <a:pt x="167268" y="151732"/>
                  <a:pt x="161025" y="157976"/>
                  <a:pt x="153329" y="157976"/>
                </a:cubicBezTo>
                <a:lnTo>
                  <a:pt x="116159" y="157976"/>
                </a:lnTo>
                <a:cubicBezTo>
                  <a:pt x="108463" y="157976"/>
                  <a:pt x="102220" y="151732"/>
                  <a:pt x="102220" y="144037"/>
                </a:cubicBezTo>
                <a:lnTo>
                  <a:pt x="102220" y="116159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5"/>
          <p:cNvSpPr/>
          <p:nvPr/>
        </p:nvSpPr>
        <p:spPr>
          <a:xfrm>
            <a:off x="6787143" y="3042536"/>
            <a:ext cx="1468244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HKBU Authentication</a:t>
            </a:r>
            <a:endParaRPr sz="1600" b="0" i="0" u="none" strike="noStrike" cap="none" dirty="0"/>
          </a:p>
        </p:txBody>
      </p:sp>
      <p:sp>
        <p:nvSpPr>
          <p:cNvPr id="848" name="Google Shape;848;p15"/>
          <p:cNvSpPr/>
          <p:nvPr/>
        </p:nvSpPr>
        <p:spPr>
          <a:xfrm>
            <a:off x="6494612" y="3398775"/>
            <a:ext cx="5120268" cy="1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Integration with university SSO system</a:t>
            </a:r>
            <a:endParaRPr sz="1600" b="0" i="0" u="none" strike="noStrike" cap="none" dirty="0"/>
          </a:p>
        </p:txBody>
      </p:sp>
      <p:sp>
        <p:nvSpPr>
          <p:cNvPr id="849" name="Google Shape;849;p15"/>
          <p:cNvSpPr/>
          <p:nvPr/>
        </p:nvSpPr>
        <p:spPr>
          <a:xfrm>
            <a:off x="6323670" y="3964858"/>
            <a:ext cx="5296829" cy="669073"/>
          </a:xfrm>
          <a:custGeom>
            <a:avLst/>
            <a:gdLst/>
            <a:ahLst/>
            <a:cxnLst/>
            <a:rect l="l" t="t" r="r" b="b"/>
            <a:pathLst>
              <a:path w="5296829" h="669073" extrusionOk="0">
                <a:moveTo>
                  <a:pt x="37171" y="0"/>
                </a:moveTo>
                <a:lnTo>
                  <a:pt x="5222489" y="0"/>
                </a:lnTo>
                <a:cubicBezTo>
                  <a:pt x="5263546" y="0"/>
                  <a:pt x="5296829" y="33283"/>
                  <a:pt x="5296829" y="74341"/>
                </a:cubicBezTo>
                <a:lnTo>
                  <a:pt x="5296829" y="594732"/>
                </a:lnTo>
                <a:cubicBezTo>
                  <a:pt x="5296829" y="635790"/>
                  <a:pt x="5263546" y="669073"/>
                  <a:pt x="5222489" y="669073"/>
                </a:cubicBezTo>
                <a:lnTo>
                  <a:pt x="37171" y="669073"/>
                </a:lnTo>
                <a:cubicBezTo>
                  <a:pt x="16642" y="669073"/>
                  <a:pt x="0" y="652431"/>
                  <a:pt x="0" y="63190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5"/>
          <p:cNvSpPr/>
          <p:nvPr/>
        </p:nvSpPr>
        <p:spPr>
          <a:xfrm>
            <a:off x="6346902" y="3963704"/>
            <a:ext cx="37171" cy="669073"/>
          </a:xfrm>
          <a:custGeom>
            <a:avLst/>
            <a:gdLst/>
            <a:ahLst/>
            <a:cxnLst/>
            <a:rect l="l" t="t" r="r" b="b"/>
            <a:pathLst>
              <a:path w="37171" h="669073" extrusionOk="0">
                <a:moveTo>
                  <a:pt x="37171" y="0"/>
                </a:moveTo>
                <a:lnTo>
                  <a:pt x="37171" y="0"/>
                </a:lnTo>
                <a:lnTo>
                  <a:pt x="37171" y="669073"/>
                </a:lnTo>
                <a:lnTo>
                  <a:pt x="37171" y="669073"/>
                </a:lnTo>
                <a:cubicBezTo>
                  <a:pt x="16642" y="669073"/>
                  <a:pt x="0" y="652431"/>
                  <a:pt x="0" y="63190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5"/>
          <p:cNvSpPr/>
          <p:nvPr/>
        </p:nvSpPr>
        <p:spPr>
          <a:xfrm>
            <a:off x="6531753" y="4136902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 extrusionOk="0">
                <a:moveTo>
                  <a:pt x="34848" y="16262"/>
                </a:moveTo>
                <a:cubicBezTo>
                  <a:pt x="34848" y="7289"/>
                  <a:pt x="42137" y="0"/>
                  <a:pt x="51110" y="0"/>
                </a:cubicBezTo>
                <a:lnTo>
                  <a:pt x="58079" y="0"/>
                </a:lnTo>
                <a:cubicBezTo>
                  <a:pt x="63219" y="0"/>
                  <a:pt x="67372" y="4153"/>
                  <a:pt x="67372" y="9293"/>
                </a:cubicBezTo>
                <a:lnTo>
                  <a:pt x="67372" y="139390"/>
                </a:lnTo>
                <a:cubicBezTo>
                  <a:pt x="67372" y="144530"/>
                  <a:pt x="63219" y="148683"/>
                  <a:pt x="58079" y="148683"/>
                </a:cubicBezTo>
                <a:lnTo>
                  <a:pt x="48787" y="148683"/>
                </a:lnTo>
                <a:cubicBezTo>
                  <a:pt x="40133" y="148683"/>
                  <a:pt x="32844" y="142759"/>
                  <a:pt x="30782" y="134744"/>
                </a:cubicBezTo>
                <a:cubicBezTo>
                  <a:pt x="30579" y="134744"/>
                  <a:pt x="30404" y="134744"/>
                  <a:pt x="30201" y="134744"/>
                </a:cubicBezTo>
                <a:cubicBezTo>
                  <a:pt x="17366" y="134744"/>
                  <a:pt x="6970" y="124348"/>
                  <a:pt x="6970" y="111512"/>
                </a:cubicBezTo>
                <a:cubicBezTo>
                  <a:pt x="6970" y="106285"/>
                  <a:pt x="8712" y="101464"/>
                  <a:pt x="11616" y="97573"/>
                </a:cubicBezTo>
                <a:cubicBezTo>
                  <a:pt x="5982" y="93333"/>
                  <a:pt x="2323" y="86596"/>
                  <a:pt x="2323" y="78988"/>
                </a:cubicBezTo>
                <a:cubicBezTo>
                  <a:pt x="2323" y="70015"/>
                  <a:pt x="7434" y="62203"/>
                  <a:pt x="14868" y="58341"/>
                </a:cubicBezTo>
                <a:cubicBezTo>
                  <a:pt x="12806" y="54856"/>
                  <a:pt x="11616" y="50790"/>
                  <a:pt x="11616" y="46463"/>
                </a:cubicBezTo>
                <a:cubicBezTo>
                  <a:pt x="11616" y="33628"/>
                  <a:pt x="22012" y="23232"/>
                  <a:pt x="34848" y="23232"/>
                </a:cubicBezTo>
                <a:lnTo>
                  <a:pt x="34848" y="16262"/>
                </a:lnTo>
                <a:close/>
                <a:moveTo>
                  <a:pt x="113835" y="16262"/>
                </a:moveTo>
                <a:lnTo>
                  <a:pt x="113835" y="23232"/>
                </a:lnTo>
                <a:cubicBezTo>
                  <a:pt x="126671" y="23232"/>
                  <a:pt x="137067" y="33628"/>
                  <a:pt x="137067" y="46463"/>
                </a:cubicBezTo>
                <a:cubicBezTo>
                  <a:pt x="137067" y="50819"/>
                  <a:pt x="135876" y="54885"/>
                  <a:pt x="133815" y="58341"/>
                </a:cubicBezTo>
                <a:cubicBezTo>
                  <a:pt x="141278" y="62203"/>
                  <a:pt x="146360" y="69986"/>
                  <a:pt x="146360" y="78988"/>
                </a:cubicBezTo>
                <a:cubicBezTo>
                  <a:pt x="146360" y="86596"/>
                  <a:pt x="142701" y="93333"/>
                  <a:pt x="137067" y="97573"/>
                </a:cubicBezTo>
                <a:cubicBezTo>
                  <a:pt x="139971" y="101464"/>
                  <a:pt x="141713" y="106285"/>
                  <a:pt x="141713" y="111512"/>
                </a:cubicBezTo>
                <a:cubicBezTo>
                  <a:pt x="141713" y="124348"/>
                  <a:pt x="131317" y="134744"/>
                  <a:pt x="118482" y="134744"/>
                </a:cubicBezTo>
                <a:cubicBezTo>
                  <a:pt x="118278" y="134744"/>
                  <a:pt x="118104" y="134744"/>
                  <a:pt x="117901" y="134744"/>
                </a:cubicBezTo>
                <a:cubicBezTo>
                  <a:pt x="115839" y="142759"/>
                  <a:pt x="108550" y="148683"/>
                  <a:pt x="99896" y="148683"/>
                </a:cubicBezTo>
                <a:lnTo>
                  <a:pt x="90604" y="148683"/>
                </a:lnTo>
                <a:cubicBezTo>
                  <a:pt x="85464" y="148683"/>
                  <a:pt x="81311" y="144530"/>
                  <a:pt x="81311" y="139390"/>
                </a:cubicBezTo>
                <a:lnTo>
                  <a:pt x="81311" y="9293"/>
                </a:lnTo>
                <a:cubicBezTo>
                  <a:pt x="81311" y="4153"/>
                  <a:pt x="85464" y="0"/>
                  <a:pt x="90604" y="0"/>
                </a:cubicBezTo>
                <a:lnTo>
                  <a:pt x="97573" y="0"/>
                </a:lnTo>
                <a:cubicBezTo>
                  <a:pt x="106546" y="0"/>
                  <a:pt x="113835" y="7289"/>
                  <a:pt x="113835" y="16262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5"/>
          <p:cNvSpPr/>
          <p:nvPr/>
        </p:nvSpPr>
        <p:spPr>
          <a:xfrm>
            <a:off x="6757344" y="4077346"/>
            <a:ext cx="2174488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Personalized Recommendations</a:t>
            </a:r>
            <a:endParaRPr sz="1600" b="0" i="0" u="none" strike="noStrike" cap="none" dirty="0"/>
          </a:p>
        </p:txBody>
      </p:sp>
      <p:sp>
        <p:nvSpPr>
          <p:cNvPr id="853" name="Google Shape;853;p15"/>
          <p:cNvSpPr/>
          <p:nvPr/>
        </p:nvSpPr>
        <p:spPr>
          <a:xfrm>
            <a:off x="6494612" y="4394035"/>
            <a:ext cx="5120268" cy="1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ML-based personalized content suggestions</a:t>
            </a:r>
            <a:endParaRPr sz="1600" b="0" i="0" u="none" strike="noStrike" cap="none" dirty="0"/>
          </a:p>
        </p:txBody>
      </p:sp>
      <p:sp>
        <p:nvSpPr>
          <p:cNvPr id="854" name="Google Shape;854;p15"/>
          <p:cNvSpPr/>
          <p:nvPr/>
        </p:nvSpPr>
        <p:spPr>
          <a:xfrm>
            <a:off x="6365488" y="4953000"/>
            <a:ext cx="5296829" cy="669073"/>
          </a:xfrm>
          <a:custGeom>
            <a:avLst/>
            <a:gdLst/>
            <a:ahLst/>
            <a:cxnLst/>
            <a:rect l="l" t="t" r="r" b="b"/>
            <a:pathLst>
              <a:path w="5296829" h="669073" extrusionOk="0">
                <a:moveTo>
                  <a:pt x="37171" y="0"/>
                </a:moveTo>
                <a:lnTo>
                  <a:pt x="5222489" y="0"/>
                </a:lnTo>
                <a:cubicBezTo>
                  <a:pt x="5263546" y="0"/>
                  <a:pt x="5296829" y="33283"/>
                  <a:pt x="5296829" y="74341"/>
                </a:cubicBezTo>
                <a:lnTo>
                  <a:pt x="5296829" y="594732"/>
                </a:lnTo>
                <a:cubicBezTo>
                  <a:pt x="5296829" y="635790"/>
                  <a:pt x="5263546" y="669073"/>
                  <a:pt x="5222489" y="669073"/>
                </a:cubicBezTo>
                <a:lnTo>
                  <a:pt x="37171" y="669073"/>
                </a:lnTo>
                <a:cubicBezTo>
                  <a:pt x="16642" y="669073"/>
                  <a:pt x="0" y="652431"/>
                  <a:pt x="0" y="63190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15"/>
          <p:cNvSpPr/>
          <p:nvPr/>
        </p:nvSpPr>
        <p:spPr>
          <a:xfrm>
            <a:off x="6365488" y="4953000"/>
            <a:ext cx="37171" cy="669073"/>
          </a:xfrm>
          <a:custGeom>
            <a:avLst/>
            <a:gdLst/>
            <a:ahLst/>
            <a:cxnLst/>
            <a:rect l="l" t="t" r="r" b="b"/>
            <a:pathLst>
              <a:path w="37171" h="669073" extrusionOk="0">
                <a:moveTo>
                  <a:pt x="37171" y="0"/>
                </a:moveTo>
                <a:lnTo>
                  <a:pt x="37171" y="0"/>
                </a:lnTo>
                <a:lnTo>
                  <a:pt x="37171" y="669073"/>
                </a:lnTo>
                <a:lnTo>
                  <a:pt x="37171" y="669073"/>
                </a:lnTo>
                <a:cubicBezTo>
                  <a:pt x="16642" y="669073"/>
                  <a:pt x="0" y="652431"/>
                  <a:pt x="0" y="631902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5"/>
          <p:cNvSpPr/>
          <p:nvPr/>
        </p:nvSpPr>
        <p:spPr>
          <a:xfrm>
            <a:off x="6532756" y="5101683"/>
            <a:ext cx="111512" cy="148683"/>
          </a:xfrm>
          <a:custGeom>
            <a:avLst/>
            <a:gdLst/>
            <a:ahLst/>
            <a:cxnLst/>
            <a:rect l="l" t="t" r="r" b="b"/>
            <a:pathLst>
              <a:path w="111512" h="148683" extrusionOk="0">
                <a:moveTo>
                  <a:pt x="4646" y="18585"/>
                </a:moveTo>
                <a:cubicBezTo>
                  <a:pt x="4646" y="8334"/>
                  <a:pt x="12981" y="0"/>
                  <a:pt x="23232" y="0"/>
                </a:cubicBezTo>
                <a:lnTo>
                  <a:pt x="88280" y="0"/>
                </a:lnTo>
                <a:cubicBezTo>
                  <a:pt x="98531" y="0"/>
                  <a:pt x="106866" y="8334"/>
                  <a:pt x="106866" y="18585"/>
                </a:cubicBezTo>
                <a:lnTo>
                  <a:pt x="106866" y="130098"/>
                </a:lnTo>
                <a:cubicBezTo>
                  <a:pt x="106866" y="140349"/>
                  <a:pt x="98531" y="148683"/>
                  <a:pt x="88280" y="148683"/>
                </a:cubicBezTo>
                <a:lnTo>
                  <a:pt x="23232" y="148683"/>
                </a:lnTo>
                <a:cubicBezTo>
                  <a:pt x="12981" y="148683"/>
                  <a:pt x="4646" y="140349"/>
                  <a:pt x="4646" y="130098"/>
                </a:cubicBezTo>
                <a:lnTo>
                  <a:pt x="4646" y="18585"/>
                </a:lnTo>
                <a:close/>
                <a:moveTo>
                  <a:pt x="23232" y="18585"/>
                </a:moveTo>
                <a:lnTo>
                  <a:pt x="23232" y="106866"/>
                </a:lnTo>
                <a:lnTo>
                  <a:pt x="88280" y="106866"/>
                </a:lnTo>
                <a:lnTo>
                  <a:pt x="88280" y="18585"/>
                </a:lnTo>
                <a:lnTo>
                  <a:pt x="23232" y="18585"/>
                </a:lnTo>
                <a:close/>
                <a:moveTo>
                  <a:pt x="55756" y="137067"/>
                </a:moveTo>
                <a:cubicBezTo>
                  <a:pt x="60896" y="137067"/>
                  <a:pt x="65049" y="132914"/>
                  <a:pt x="65049" y="127774"/>
                </a:cubicBezTo>
                <a:cubicBezTo>
                  <a:pt x="65049" y="122634"/>
                  <a:pt x="60896" y="118482"/>
                  <a:pt x="55756" y="118482"/>
                </a:cubicBezTo>
                <a:cubicBezTo>
                  <a:pt x="50616" y="118482"/>
                  <a:pt x="46463" y="122634"/>
                  <a:pt x="46463" y="127774"/>
                </a:cubicBezTo>
                <a:cubicBezTo>
                  <a:pt x="46463" y="132914"/>
                  <a:pt x="50616" y="137067"/>
                  <a:pt x="55756" y="137067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5"/>
          <p:cNvSpPr/>
          <p:nvPr/>
        </p:nvSpPr>
        <p:spPr>
          <a:xfrm>
            <a:off x="6755780" y="5064512"/>
            <a:ext cx="1607634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Mobile App Companion</a:t>
            </a:r>
            <a:endParaRPr sz="1600" b="0" i="0" u="none" strike="noStrike" cap="none"/>
          </a:p>
        </p:txBody>
      </p:sp>
      <p:sp>
        <p:nvSpPr>
          <p:cNvPr id="858" name="Google Shape;858;p15"/>
          <p:cNvSpPr/>
          <p:nvPr/>
        </p:nvSpPr>
        <p:spPr>
          <a:xfrm>
            <a:off x="6495585" y="5324707"/>
            <a:ext cx="5120268" cy="1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Native iOS/Android app for enhanced UX</a:t>
            </a:r>
            <a:endParaRPr sz="1600" b="0" i="0" u="none" strike="noStrike" cap="none"/>
          </a:p>
        </p:txBody>
      </p:sp>
      <p:sp>
        <p:nvSpPr>
          <p:cNvPr id="859" name="Google Shape;859;p15"/>
          <p:cNvSpPr/>
          <p:nvPr/>
        </p:nvSpPr>
        <p:spPr>
          <a:xfrm>
            <a:off x="376354" y="5933378"/>
            <a:ext cx="11439293" cy="752707"/>
          </a:xfrm>
          <a:custGeom>
            <a:avLst/>
            <a:gdLst/>
            <a:ahLst/>
            <a:cxnLst/>
            <a:rect l="l" t="t" r="r" b="b"/>
            <a:pathLst>
              <a:path w="11439293" h="752707" extrusionOk="0">
                <a:moveTo>
                  <a:pt x="74345" y="0"/>
                </a:moveTo>
                <a:lnTo>
                  <a:pt x="11364948" y="0"/>
                </a:lnTo>
                <a:cubicBezTo>
                  <a:pt x="11406007" y="0"/>
                  <a:pt x="11439293" y="33285"/>
                  <a:pt x="11439293" y="74345"/>
                </a:cubicBezTo>
                <a:lnTo>
                  <a:pt x="11439293" y="678362"/>
                </a:lnTo>
                <a:cubicBezTo>
                  <a:pt x="11439293" y="719422"/>
                  <a:pt x="11406007" y="752707"/>
                  <a:pt x="11364948" y="752707"/>
                </a:cubicBezTo>
                <a:lnTo>
                  <a:pt x="74345" y="752707"/>
                </a:lnTo>
                <a:cubicBezTo>
                  <a:pt x="33313" y="752707"/>
                  <a:pt x="0" y="719394"/>
                  <a:pt x="0" y="678362"/>
                </a:cubicBezTo>
                <a:lnTo>
                  <a:pt x="0" y="74345"/>
                </a:lnTo>
                <a:cubicBezTo>
                  <a:pt x="0" y="33313"/>
                  <a:pt x="33313" y="0"/>
                  <a:pt x="74345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 cap="flat" cmpd="sng">
            <a:solidFill>
              <a:srgbClr val="38A3A5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15"/>
          <p:cNvSpPr/>
          <p:nvPr/>
        </p:nvSpPr>
        <p:spPr>
          <a:xfrm>
            <a:off x="557561" y="6198220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 extrusionOk="0">
                <a:moveTo>
                  <a:pt x="20909" y="27878"/>
                </a:moveTo>
                <a:cubicBezTo>
                  <a:pt x="9365" y="27878"/>
                  <a:pt x="0" y="37243"/>
                  <a:pt x="0" y="48787"/>
                </a:cubicBezTo>
                <a:cubicBezTo>
                  <a:pt x="0" y="55364"/>
                  <a:pt x="3093" y="61550"/>
                  <a:pt x="8363" y="65513"/>
                </a:cubicBezTo>
                <a:lnTo>
                  <a:pt x="98967" y="133466"/>
                </a:lnTo>
                <a:cubicBezTo>
                  <a:pt x="106416" y="139042"/>
                  <a:pt x="116609" y="139042"/>
                  <a:pt x="124057" y="133466"/>
                </a:cubicBezTo>
                <a:lnTo>
                  <a:pt x="214661" y="65513"/>
                </a:lnTo>
                <a:cubicBezTo>
                  <a:pt x="219932" y="61550"/>
                  <a:pt x="223024" y="55364"/>
                  <a:pt x="223024" y="48787"/>
                </a:cubicBezTo>
                <a:cubicBezTo>
                  <a:pt x="223024" y="37243"/>
                  <a:pt x="213659" y="27878"/>
                  <a:pt x="202116" y="27878"/>
                </a:cubicBezTo>
                <a:lnTo>
                  <a:pt x="20909" y="27878"/>
                </a:lnTo>
                <a:close/>
                <a:moveTo>
                  <a:pt x="0" y="85377"/>
                </a:moveTo>
                <a:lnTo>
                  <a:pt x="0" y="167268"/>
                </a:lnTo>
                <a:cubicBezTo>
                  <a:pt x="0" y="182645"/>
                  <a:pt x="12502" y="195146"/>
                  <a:pt x="27878" y="195146"/>
                </a:cubicBezTo>
                <a:lnTo>
                  <a:pt x="195146" y="195146"/>
                </a:lnTo>
                <a:cubicBezTo>
                  <a:pt x="210523" y="195146"/>
                  <a:pt x="223024" y="182645"/>
                  <a:pt x="223024" y="167268"/>
                </a:cubicBezTo>
                <a:lnTo>
                  <a:pt x="223024" y="85377"/>
                </a:lnTo>
                <a:lnTo>
                  <a:pt x="136602" y="150193"/>
                </a:lnTo>
                <a:cubicBezTo>
                  <a:pt x="121749" y="161344"/>
                  <a:pt x="101276" y="161344"/>
                  <a:pt x="86422" y="150193"/>
                </a:cubicBezTo>
                <a:lnTo>
                  <a:pt x="0" y="85377"/>
                </a:ln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5"/>
          <p:cNvSpPr/>
          <p:nvPr/>
        </p:nvSpPr>
        <p:spPr>
          <a:xfrm>
            <a:off x="957146" y="6105293"/>
            <a:ext cx="1486829" cy="1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</a:t>
            </a:r>
            <a:endParaRPr sz="1600" b="0" i="0" u="none" strike="noStrike" cap="none"/>
          </a:p>
        </p:txBody>
      </p:sp>
      <p:sp>
        <p:nvSpPr>
          <p:cNvPr id="862" name="Google Shape;862;p15"/>
          <p:cNvSpPr/>
          <p:nvPr/>
        </p:nvSpPr>
        <p:spPr>
          <a:xfrm>
            <a:off x="957146" y="6291146"/>
            <a:ext cx="1496122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LI BOYUAN / LI ZEKAI</a:t>
            </a:r>
            <a:endParaRPr sz="1600" b="0" i="0" u="none" strike="noStrike" cap="none"/>
          </a:p>
        </p:txBody>
      </p:sp>
      <p:sp>
        <p:nvSpPr>
          <p:cNvPr id="863" name="Google Shape;863;p15"/>
          <p:cNvSpPr/>
          <p:nvPr/>
        </p:nvSpPr>
        <p:spPr>
          <a:xfrm>
            <a:off x="5490814" y="6198220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 extrusionOk="0">
                <a:moveTo>
                  <a:pt x="75750" y="173105"/>
                </a:moveTo>
                <a:cubicBezTo>
                  <a:pt x="75750" y="173976"/>
                  <a:pt x="74748" y="174673"/>
                  <a:pt x="73485" y="174673"/>
                </a:cubicBezTo>
                <a:cubicBezTo>
                  <a:pt x="72047" y="174804"/>
                  <a:pt x="71045" y="174107"/>
                  <a:pt x="71045" y="173105"/>
                </a:cubicBezTo>
                <a:cubicBezTo>
                  <a:pt x="71045" y="172234"/>
                  <a:pt x="72047" y="171537"/>
                  <a:pt x="73311" y="171537"/>
                </a:cubicBezTo>
                <a:cubicBezTo>
                  <a:pt x="74617" y="171406"/>
                  <a:pt x="75750" y="172103"/>
                  <a:pt x="75750" y="173105"/>
                </a:cubicBezTo>
                <a:close/>
                <a:moveTo>
                  <a:pt x="62203" y="171145"/>
                </a:moveTo>
                <a:cubicBezTo>
                  <a:pt x="61898" y="172016"/>
                  <a:pt x="62769" y="173018"/>
                  <a:pt x="64076" y="173279"/>
                </a:cubicBezTo>
                <a:cubicBezTo>
                  <a:pt x="65208" y="173715"/>
                  <a:pt x="66515" y="173279"/>
                  <a:pt x="66777" y="172408"/>
                </a:cubicBezTo>
                <a:cubicBezTo>
                  <a:pt x="67038" y="171537"/>
                  <a:pt x="66210" y="170535"/>
                  <a:pt x="64904" y="170143"/>
                </a:cubicBezTo>
                <a:cubicBezTo>
                  <a:pt x="63771" y="169838"/>
                  <a:pt x="62508" y="170274"/>
                  <a:pt x="62203" y="171145"/>
                </a:cubicBezTo>
                <a:close/>
                <a:moveTo>
                  <a:pt x="81456" y="170405"/>
                </a:moveTo>
                <a:cubicBezTo>
                  <a:pt x="80193" y="170709"/>
                  <a:pt x="79322" y="171537"/>
                  <a:pt x="79452" y="172539"/>
                </a:cubicBezTo>
                <a:cubicBezTo>
                  <a:pt x="79583" y="173410"/>
                  <a:pt x="80716" y="173976"/>
                  <a:pt x="82022" y="173672"/>
                </a:cubicBezTo>
                <a:cubicBezTo>
                  <a:pt x="83286" y="173367"/>
                  <a:pt x="84157" y="172539"/>
                  <a:pt x="84026" y="171668"/>
                </a:cubicBezTo>
                <a:cubicBezTo>
                  <a:pt x="83896" y="170840"/>
                  <a:pt x="82719" y="170274"/>
                  <a:pt x="81456" y="170405"/>
                </a:cubicBezTo>
                <a:close/>
                <a:moveTo>
                  <a:pt x="110118" y="3485"/>
                </a:moveTo>
                <a:cubicBezTo>
                  <a:pt x="49701" y="3485"/>
                  <a:pt x="3485" y="49353"/>
                  <a:pt x="3485" y="109770"/>
                </a:cubicBezTo>
                <a:cubicBezTo>
                  <a:pt x="3485" y="158077"/>
                  <a:pt x="33889" y="199415"/>
                  <a:pt x="77318" y="213964"/>
                </a:cubicBezTo>
                <a:cubicBezTo>
                  <a:pt x="82894" y="214966"/>
                  <a:pt x="84854" y="211525"/>
                  <a:pt x="84854" y="208693"/>
                </a:cubicBezTo>
                <a:cubicBezTo>
                  <a:pt x="84854" y="205993"/>
                  <a:pt x="84723" y="191095"/>
                  <a:pt x="84723" y="181948"/>
                </a:cubicBezTo>
                <a:cubicBezTo>
                  <a:pt x="84723" y="181948"/>
                  <a:pt x="54232" y="188482"/>
                  <a:pt x="47828" y="168967"/>
                </a:cubicBezTo>
                <a:cubicBezTo>
                  <a:pt x="47828" y="168967"/>
                  <a:pt x="42863" y="156291"/>
                  <a:pt x="35719" y="153024"/>
                </a:cubicBezTo>
                <a:cubicBezTo>
                  <a:pt x="35719" y="153024"/>
                  <a:pt x="25744" y="146186"/>
                  <a:pt x="36416" y="146316"/>
                </a:cubicBezTo>
                <a:cubicBezTo>
                  <a:pt x="36416" y="146316"/>
                  <a:pt x="47262" y="147187"/>
                  <a:pt x="53230" y="157555"/>
                </a:cubicBezTo>
                <a:cubicBezTo>
                  <a:pt x="62769" y="174368"/>
                  <a:pt x="78755" y="169533"/>
                  <a:pt x="84984" y="166658"/>
                </a:cubicBezTo>
                <a:cubicBezTo>
                  <a:pt x="85986" y="159689"/>
                  <a:pt x="88818" y="154854"/>
                  <a:pt x="91954" y="151979"/>
                </a:cubicBezTo>
                <a:cubicBezTo>
                  <a:pt x="67604" y="149278"/>
                  <a:pt x="43037" y="145750"/>
                  <a:pt x="43037" y="103846"/>
                </a:cubicBezTo>
                <a:cubicBezTo>
                  <a:pt x="43037" y="91867"/>
                  <a:pt x="46347" y="85856"/>
                  <a:pt x="53317" y="78189"/>
                </a:cubicBezTo>
                <a:cubicBezTo>
                  <a:pt x="52184" y="75358"/>
                  <a:pt x="48482" y="63684"/>
                  <a:pt x="54449" y="48612"/>
                </a:cubicBezTo>
                <a:cubicBezTo>
                  <a:pt x="63553" y="45781"/>
                  <a:pt x="84505" y="60373"/>
                  <a:pt x="84505" y="60373"/>
                </a:cubicBezTo>
                <a:cubicBezTo>
                  <a:pt x="93217" y="57934"/>
                  <a:pt x="102583" y="56671"/>
                  <a:pt x="111861" y="56671"/>
                </a:cubicBezTo>
                <a:cubicBezTo>
                  <a:pt x="121139" y="56671"/>
                  <a:pt x="130504" y="57934"/>
                  <a:pt x="139216" y="60373"/>
                </a:cubicBezTo>
                <a:cubicBezTo>
                  <a:pt x="139216" y="60373"/>
                  <a:pt x="160168" y="45737"/>
                  <a:pt x="169272" y="48612"/>
                </a:cubicBezTo>
                <a:cubicBezTo>
                  <a:pt x="175240" y="63727"/>
                  <a:pt x="171537" y="75358"/>
                  <a:pt x="170405" y="78189"/>
                </a:cubicBezTo>
                <a:cubicBezTo>
                  <a:pt x="177374" y="85899"/>
                  <a:pt x="181643" y="91910"/>
                  <a:pt x="181643" y="103846"/>
                </a:cubicBezTo>
                <a:cubicBezTo>
                  <a:pt x="181643" y="145881"/>
                  <a:pt x="155986" y="149235"/>
                  <a:pt x="131637" y="151979"/>
                </a:cubicBezTo>
                <a:cubicBezTo>
                  <a:pt x="135644" y="155420"/>
                  <a:pt x="139042" y="161954"/>
                  <a:pt x="139042" y="172191"/>
                </a:cubicBezTo>
                <a:cubicBezTo>
                  <a:pt x="139042" y="186870"/>
                  <a:pt x="138911" y="205034"/>
                  <a:pt x="138911" y="208606"/>
                </a:cubicBezTo>
                <a:cubicBezTo>
                  <a:pt x="138911" y="211438"/>
                  <a:pt x="140915" y="214879"/>
                  <a:pt x="146447" y="213877"/>
                </a:cubicBezTo>
                <a:cubicBezTo>
                  <a:pt x="190006" y="199415"/>
                  <a:pt x="219540" y="158077"/>
                  <a:pt x="219540" y="109770"/>
                </a:cubicBezTo>
                <a:cubicBezTo>
                  <a:pt x="219540" y="49353"/>
                  <a:pt x="170535" y="3485"/>
                  <a:pt x="110118" y="3485"/>
                </a:cubicBezTo>
                <a:close/>
                <a:moveTo>
                  <a:pt x="45825" y="153721"/>
                </a:moveTo>
                <a:cubicBezTo>
                  <a:pt x="45258" y="154157"/>
                  <a:pt x="45389" y="155159"/>
                  <a:pt x="46129" y="155986"/>
                </a:cubicBezTo>
                <a:cubicBezTo>
                  <a:pt x="46826" y="156683"/>
                  <a:pt x="47828" y="156988"/>
                  <a:pt x="48395" y="156422"/>
                </a:cubicBezTo>
                <a:cubicBezTo>
                  <a:pt x="48961" y="155986"/>
                  <a:pt x="48830" y="154985"/>
                  <a:pt x="48090" y="154157"/>
                </a:cubicBezTo>
                <a:cubicBezTo>
                  <a:pt x="47393" y="153460"/>
                  <a:pt x="46391" y="153155"/>
                  <a:pt x="45825" y="153721"/>
                </a:cubicBezTo>
                <a:close/>
                <a:moveTo>
                  <a:pt x="41120" y="150193"/>
                </a:moveTo>
                <a:cubicBezTo>
                  <a:pt x="40815" y="150759"/>
                  <a:pt x="41251" y="151456"/>
                  <a:pt x="42122" y="151892"/>
                </a:cubicBezTo>
                <a:cubicBezTo>
                  <a:pt x="42819" y="152327"/>
                  <a:pt x="43690" y="152197"/>
                  <a:pt x="43995" y="151587"/>
                </a:cubicBezTo>
                <a:cubicBezTo>
                  <a:pt x="44300" y="151021"/>
                  <a:pt x="43864" y="150324"/>
                  <a:pt x="42993" y="149888"/>
                </a:cubicBezTo>
                <a:cubicBezTo>
                  <a:pt x="42122" y="149627"/>
                  <a:pt x="41425" y="149757"/>
                  <a:pt x="41120" y="150193"/>
                </a:cubicBezTo>
                <a:close/>
                <a:moveTo>
                  <a:pt x="55233" y="165700"/>
                </a:moveTo>
                <a:cubicBezTo>
                  <a:pt x="54536" y="166266"/>
                  <a:pt x="54798" y="167573"/>
                  <a:pt x="55800" y="168401"/>
                </a:cubicBezTo>
                <a:cubicBezTo>
                  <a:pt x="56802" y="169403"/>
                  <a:pt x="58065" y="169533"/>
                  <a:pt x="58631" y="168836"/>
                </a:cubicBezTo>
                <a:cubicBezTo>
                  <a:pt x="59197" y="168270"/>
                  <a:pt x="58936" y="166963"/>
                  <a:pt x="58065" y="166136"/>
                </a:cubicBezTo>
                <a:cubicBezTo>
                  <a:pt x="57106" y="165134"/>
                  <a:pt x="55800" y="165003"/>
                  <a:pt x="55233" y="165700"/>
                </a:cubicBezTo>
                <a:close/>
                <a:moveTo>
                  <a:pt x="50268" y="159297"/>
                </a:moveTo>
                <a:cubicBezTo>
                  <a:pt x="49571" y="159733"/>
                  <a:pt x="49571" y="160865"/>
                  <a:pt x="50268" y="161867"/>
                </a:cubicBezTo>
                <a:cubicBezTo>
                  <a:pt x="50965" y="162869"/>
                  <a:pt x="52141" y="163304"/>
                  <a:pt x="52707" y="162869"/>
                </a:cubicBezTo>
                <a:cubicBezTo>
                  <a:pt x="53404" y="162303"/>
                  <a:pt x="53404" y="161170"/>
                  <a:pt x="52707" y="160168"/>
                </a:cubicBezTo>
                <a:cubicBezTo>
                  <a:pt x="52097" y="159166"/>
                  <a:pt x="50965" y="158731"/>
                  <a:pt x="50268" y="159297"/>
                </a:cubicBezTo>
                <a:close/>
              </a:path>
            </a:pathLst>
          </a:custGeom>
          <a:solidFill>
            <a:srgbClr val="38A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5"/>
          <p:cNvSpPr/>
          <p:nvPr/>
        </p:nvSpPr>
        <p:spPr>
          <a:xfrm>
            <a:off x="5890399" y="6105293"/>
            <a:ext cx="1793488" cy="1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Repository</a:t>
            </a:r>
            <a:endParaRPr sz="1600" b="0" i="0" u="none" strike="noStrike" cap="none"/>
          </a:p>
        </p:txBody>
      </p:sp>
      <p:sp>
        <p:nvSpPr>
          <p:cNvPr id="865" name="Google Shape;865;p15"/>
          <p:cNvSpPr/>
          <p:nvPr/>
        </p:nvSpPr>
        <p:spPr>
          <a:xfrm>
            <a:off x="5890399" y="6291146"/>
            <a:ext cx="1802780" cy="22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Comp7940-Group-Project</a:t>
            </a:r>
            <a:endParaRPr sz="1600" b="0" i="0" u="none" strike="noStrike" cap="none"/>
          </a:p>
        </p:txBody>
      </p:sp>
      <p:sp>
        <p:nvSpPr>
          <p:cNvPr id="866" name="Google Shape;866;p15"/>
          <p:cNvSpPr/>
          <p:nvPr/>
        </p:nvSpPr>
        <p:spPr>
          <a:xfrm>
            <a:off x="10639106" y="6086707"/>
            <a:ext cx="1022195" cy="1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4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1600" b="0" i="0" u="none" strike="noStrike" cap="none"/>
          </a:p>
        </p:txBody>
      </p:sp>
      <p:sp>
        <p:nvSpPr>
          <p:cNvPr id="867" name="Google Shape;867;p15"/>
          <p:cNvSpPr/>
          <p:nvPr/>
        </p:nvSpPr>
        <p:spPr>
          <a:xfrm>
            <a:off x="10611228" y="6272561"/>
            <a:ext cx="1050073" cy="26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3" b="1" i="0" u="none" strike="noStrike" cap="none">
                <a:solidFill>
                  <a:srgbClr val="38A3A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Questions?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1304</Words>
  <Application>Microsoft Office PowerPoint</Application>
  <PresentationFormat>宽屏</PresentationFormat>
  <Paragraphs>421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Calibri</vt:lpstr>
      <vt:lpstr>Liter</vt:lpstr>
      <vt:lpstr>Hedvig Letters Sans</vt:lpstr>
      <vt:lpstr>Quattrocento 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Bob</dc:creator>
  <cp:lastModifiedBy>Boyuan LI</cp:lastModifiedBy>
  <cp:revision>1</cp:revision>
  <dcterms:modified xsi:type="dcterms:W3CDTF">2026-04-04T06:49:53Z</dcterms:modified>
</cp:coreProperties>
</file>